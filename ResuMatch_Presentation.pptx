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AD5189-31CC-4689-AE34-A62E4A1919C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8598DBB-D35B-420E-A139-04A2BDD8BA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 user types: Job Seekers, Employers, Admins.</a:t>
          </a:r>
        </a:p>
      </dgm:t>
    </dgm:pt>
    <dgm:pt modelId="{99D4E15D-5670-493F-A23F-B0EE6B9969A6}" type="parTrans" cxnId="{0442763F-AE98-4F47-A65F-290C5D5A334C}">
      <dgm:prSet/>
      <dgm:spPr/>
      <dgm:t>
        <a:bodyPr/>
        <a:lstStyle/>
        <a:p>
          <a:endParaRPr lang="en-US"/>
        </a:p>
      </dgm:t>
    </dgm:pt>
    <dgm:pt modelId="{BAB43E29-6D2A-4735-BBD6-B1A79A0F188D}" type="sibTrans" cxnId="{0442763F-AE98-4F47-A65F-290C5D5A334C}">
      <dgm:prSet/>
      <dgm:spPr/>
      <dgm:t>
        <a:bodyPr/>
        <a:lstStyle/>
        <a:p>
          <a:endParaRPr lang="en-US"/>
        </a:p>
      </dgm:t>
    </dgm:pt>
    <dgm:pt modelId="{A9E6CB0C-5955-4100-865F-9E632171BD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Admins have 5 levels with 50+ granular permissions.</a:t>
          </a:r>
        </a:p>
      </dgm:t>
    </dgm:pt>
    <dgm:pt modelId="{DE25E88C-5A96-418C-A6B9-FD462B9BDB38}" type="parTrans" cxnId="{11E7E472-FC60-48A9-BD7B-04B8A6F319C2}">
      <dgm:prSet/>
      <dgm:spPr/>
      <dgm:t>
        <a:bodyPr/>
        <a:lstStyle/>
        <a:p>
          <a:endParaRPr lang="en-US"/>
        </a:p>
      </dgm:t>
    </dgm:pt>
    <dgm:pt modelId="{4F5E64CB-E2B8-455B-AC0C-A9FA2621D424}" type="sibTrans" cxnId="{11E7E472-FC60-48A9-BD7B-04B8A6F319C2}">
      <dgm:prSet/>
      <dgm:spPr/>
      <dgm:t>
        <a:bodyPr/>
        <a:lstStyle/>
        <a:p>
          <a:endParaRPr lang="en-US"/>
        </a:p>
      </dgm:t>
    </dgm:pt>
    <dgm:pt modelId="{1A138FAF-8CF8-447E-A636-24FBF281F6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Employers post jobs, review applications, and accept or reject candidates.</a:t>
          </a:r>
        </a:p>
      </dgm:t>
    </dgm:pt>
    <dgm:pt modelId="{A01D9466-6BD7-438A-A619-75C252E251C9}" type="parTrans" cxnId="{5A3F3868-B8F0-48E1-AD02-D41AD637C3DD}">
      <dgm:prSet/>
      <dgm:spPr/>
      <dgm:t>
        <a:bodyPr/>
        <a:lstStyle/>
        <a:p>
          <a:endParaRPr lang="en-US"/>
        </a:p>
      </dgm:t>
    </dgm:pt>
    <dgm:pt modelId="{A6914238-FE9C-4708-85C2-369FF97FBB1B}" type="sibTrans" cxnId="{5A3F3868-B8F0-48E1-AD02-D41AD637C3DD}">
      <dgm:prSet/>
      <dgm:spPr/>
      <dgm:t>
        <a:bodyPr/>
        <a:lstStyle/>
        <a:p>
          <a:endParaRPr lang="en-US"/>
        </a:p>
      </dgm:t>
    </dgm:pt>
    <dgm:pt modelId="{A8728628-A1CC-4A2B-9A90-935F4C6704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Job Seekers apply to jobs, see match scores, and download resumes.</a:t>
          </a:r>
        </a:p>
      </dgm:t>
    </dgm:pt>
    <dgm:pt modelId="{3D9B17AA-04D0-4876-ABBB-09C9E0F370DC}" type="parTrans" cxnId="{ADD82AC0-04E2-4EB1-B8D1-48280BF6DB43}">
      <dgm:prSet/>
      <dgm:spPr/>
      <dgm:t>
        <a:bodyPr/>
        <a:lstStyle/>
        <a:p>
          <a:endParaRPr lang="en-US"/>
        </a:p>
      </dgm:t>
    </dgm:pt>
    <dgm:pt modelId="{7067B290-0B9E-40C1-8D48-80839609DFA2}" type="sibTrans" cxnId="{ADD82AC0-04E2-4EB1-B8D1-48280BF6DB43}">
      <dgm:prSet/>
      <dgm:spPr/>
      <dgm:t>
        <a:bodyPr/>
        <a:lstStyle/>
        <a:p>
          <a:endParaRPr lang="en-US"/>
        </a:p>
      </dgm:t>
    </dgm:pt>
    <dgm:pt modelId="{667452CA-DFA5-48B9-B9ED-4FE963CB8CB1}" type="pres">
      <dgm:prSet presAssocID="{F5AD5189-31CC-4689-AE34-A62E4A1919C9}" presName="root" presStyleCnt="0">
        <dgm:presLayoutVars>
          <dgm:dir/>
          <dgm:resizeHandles val="exact"/>
        </dgm:presLayoutVars>
      </dgm:prSet>
      <dgm:spPr/>
    </dgm:pt>
    <dgm:pt modelId="{8D43936F-4AD4-4418-952C-81AD65BF62F2}" type="pres">
      <dgm:prSet presAssocID="{98598DBB-D35B-420E-A139-04A2BDD8BACF}" presName="compNode" presStyleCnt="0"/>
      <dgm:spPr/>
    </dgm:pt>
    <dgm:pt modelId="{DFDB1E07-1A85-4ADB-95B7-F0C037EC486F}" type="pres">
      <dgm:prSet presAssocID="{98598DBB-D35B-420E-A139-04A2BDD8BACF}" presName="bgRect" presStyleLbl="bgShp" presStyleIdx="0" presStyleCnt="4"/>
      <dgm:spPr/>
    </dgm:pt>
    <dgm:pt modelId="{E5CD9F46-9710-47F1-8E93-B5BD9174B2B0}" type="pres">
      <dgm:prSet presAssocID="{98598DBB-D35B-420E-A139-04A2BDD8BAC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01EF6B6-660B-473D-AF31-746B3EE08180}" type="pres">
      <dgm:prSet presAssocID="{98598DBB-D35B-420E-A139-04A2BDD8BACF}" presName="spaceRect" presStyleCnt="0"/>
      <dgm:spPr/>
    </dgm:pt>
    <dgm:pt modelId="{517ECDAF-937B-487D-ACE3-FF1A1445AE6F}" type="pres">
      <dgm:prSet presAssocID="{98598DBB-D35B-420E-A139-04A2BDD8BACF}" presName="parTx" presStyleLbl="revTx" presStyleIdx="0" presStyleCnt="4">
        <dgm:presLayoutVars>
          <dgm:chMax val="0"/>
          <dgm:chPref val="0"/>
        </dgm:presLayoutVars>
      </dgm:prSet>
      <dgm:spPr/>
    </dgm:pt>
    <dgm:pt modelId="{384DB3D3-8D29-42B5-AB97-E5E1ACC83DE9}" type="pres">
      <dgm:prSet presAssocID="{BAB43E29-6D2A-4735-BBD6-B1A79A0F188D}" presName="sibTrans" presStyleCnt="0"/>
      <dgm:spPr/>
    </dgm:pt>
    <dgm:pt modelId="{1AD283D6-7ACA-4CB4-95B5-44D2F73BC096}" type="pres">
      <dgm:prSet presAssocID="{A9E6CB0C-5955-4100-865F-9E632171BDC7}" presName="compNode" presStyleCnt="0"/>
      <dgm:spPr/>
    </dgm:pt>
    <dgm:pt modelId="{87194AFB-8C6C-4604-823D-529108A48F87}" type="pres">
      <dgm:prSet presAssocID="{A9E6CB0C-5955-4100-865F-9E632171BDC7}" presName="bgRect" presStyleLbl="bgShp" presStyleIdx="1" presStyleCnt="4"/>
      <dgm:spPr/>
    </dgm:pt>
    <dgm:pt modelId="{DD49D1D0-143C-4372-9636-1BF14725DCDD}" type="pres">
      <dgm:prSet presAssocID="{A9E6CB0C-5955-4100-865F-9E632171BDC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872DB61-015D-48B9-BED3-115CF7F42858}" type="pres">
      <dgm:prSet presAssocID="{A9E6CB0C-5955-4100-865F-9E632171BDC7}" presName="spaceRect" presStyleCnt="0"/>
      <dgm:spPr/>
    </dgm:pt>
    <dgm:pt modelId="{2E2E4D89-FAAC-42A3-B18A-8B0BC498439D}" type="pres">
      <dgm:prSet presAssocID="{A9E6CB0C-5955-4100-865F-9E632171BDC7}" presName="parTx" presStyleLbl="revTx" presStyleIdx="1" presStyleCnt="4">
        <dgm:presLayoutVars>
          <dgm:chMax val="0"/>
          <dgm:chPref val="0"/>
        </dgm:presLayoutVars>
      </dgm:prSet>
      <dgm:spPr/>
    </dgm:pt>
    <dgm:pt modelId="{48510D63-8ECA-41F3-AA3F-6711A1C254C0}" type="pres">
      <dgm:prSet presAssocID="{4F5E64CB-E2B8-455B-AC0C-A9FA2621D424}" presName="sibTrans" presStyleCnt="0"/>
      <dgm:spPr/>
    </dgm:pt>
    <dgm:pt modelId="{C6AE113F-F866-4E64-9813-51C2D9828811}" type="pres">
      <dgm:prSet presAssocID="{1A138FAF-8CF8-447E-A636-24FBF281F664}" presName="compNode" presStyleCnt="0"/>
      <dgm:spPr/>
    </dgm:pt>
    <dgm:pt modelId="{16527912-7C21-4B42-B6FC-950548667388}" type="pres">
      <dgm:prSet presAssocID="{1A138FAF-8CF8-447E-A636-24FBF281F664}" presName="bgRect" presStyleLbl="bgShp" presStyleIdx="2" presStyleCnt="4"/>
      <dgm:spPr/>
    </dgm:pt>
    <dgm:pt modelId="{EE804F33-C5A9-4F5A-BA56-37DC5306CEEB}" type="pres">
      <dgm:prSet presAssocID="{1A138FAF-8CF8-447E-A636-24FBF281F66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lbox"/>
        </a:ext>
      </dgm:extLst>
    </dgm:pt>
    <dgm:pt modelId="{08A4D3B6-AB57-474A-AD35-444896029968}" type="pres">
      <dgm:prSet presAssocID="{1A138FAF-8CF8-447E-A636-24FBF281F664}" presName="spaceRect" presStyleCnt="0"/>
      <dgm:spPr/>
    </dgm:pt>
    <dgm:pt modelId="{8BA1071D-6A9A-464F-93E8-C6914634AA53}" type="pres">
      <dgm:prSet presAssocID="{1A138FAF-8CF8-447E-A636-24FBF281F664}" presName="parTx" presStyleLbl="revTx" presStyleIdx="2" presStyleCnt="4">
        <dgm:presLayoutVars>
          <dgm:chMax val="0"/>
          <dgm:chPref val="0"/>
        </dgm:presLayoutVars>
      </dgm:prSet>
      <dgm:spPr/>
    </dgm:pt>
    <dgm:pt modelId="{DED36A2D-B089-4517-AE6F-A6AA60F822DE}" type="pres">
      <dgm:prSet presAssocID="{A6914238-FE9C-4708-85C2-369FF97FBB1B}" presName="sibTrans" presStyleCnt="0"/>
      <dgm:spPr/>
    </dgm:pt>
    <dgm:pt modelId="{A84B6410-7216-49D7-BC15-689E512057AC}" type="pres">
      <dgm:prSet presAssocID="{A8728628-A1CC-4A2B-9A90-935F4C670471}" presName="compNode" presStyleCnt="0"/>
      <dgm:spPr/>
    </dgm:pt>
    <dgm:pt modelId="{353FD44A-42B2-4800-995B-482BA2118F90}" type="pres">
      <dgm:prSet presAssocID="{A8728628-A1CC-4A2B-9A90-935F4C670471}" presName="bgRect" presStyleLbl="bgShp" presStyleIdx="3" presStyleCnt="4"/>
      <dgm:spPr/>
    </dgm:pt>
    <dgm:pt modelId="{34E3352A-0CAE-46C5-A722-09222452B4AE}" type="pres">
      <dgm:prSet presAssocID="{A8728628-A1CC-4A2B-9A90-935F4C67047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D3B8C57-8BD8-4BC7-B038-8EF81D1CE61E}" type="pres">
      <dgm:prSet presAssocID="{A8728628-A1CC-4A2B-9A90-935F4C670471}" presName="spaceRect" presStyleCnt="0"/>
      <dgm:spPr/>
    </dgm:pt>
    <dgm:pt modelId="{9DBF1423-5A4F-4776-AD8E-78A78CDC0BA1}" type="pres">
      <dgm:prSet presAssocID="{A8728628-A1CC-4A2B-9A90-935F4C67047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442763F-AE98-4F47-A65F-290C5D5A334C}" srcId="{F5AD5189-31CC-4689-AE34-A62E4A1919C9}" destId="{98598DBB-D35B-420E-A139-04A2BDD8BACF}" srcOrd="0" destOrd="0" parTransId="{99D4E15D-5670-493F-A23F-B0EE6B9969A6}" sibTransId="{BAB43E29-6D2A-4735-BBD6-B1A79A0F188D}"/>
    <dgm:cxn modelId="{5A3F3868-B8F0-48E1-AD02-D41AD637C3DD}" srcId="{F5AD5189-31CC-4689-AE34-A62E4A1919C9}" destId="{1A138FAF-8CF8-447E-A636-24FBF281F664}" srcOrd="2" destOrd="0" parTransId="{A01D9466-6BD7-438A-A619-75C252E251C9}" sibTransId="{A6914238-FE9C-4708-85C2-369FF97FBB1B}"/>
    <dgm:cxn modelId="{37966F49-0C99-46CC-A42E-2621C6290D79}" type="presOf" srcId="{A9E6CB0C-5955-4100-865F-9E632171BDC7}" destId="{2E2E4D89-FAAC-42A3-B18A-8B0BC498439D}" srcOrd="0" destOrd="0" presId="urn:microsoft.com/office/officeart/2018/2/layout/IconVerticalSolidList"/>
    <dgm:cxn modelId="{11E7E472-FC60-48A9-BD7B-04B8A6F319C2}" srcId="{F5AD5189-31CC-4689-AE34-A62E4A1919C9}" destId="{A9E6CB0C-5955-4100-865F-9E632171BDC7}" srcOrd="1" destOrd="0" parTransId="{DE25E88C-5A96-418C-A6B9-FD462B9BDB38}" sibTransId="{4F5E64CB-E2B8-455B-AC0C-A9FA2621D424}"/>
    <dgm:cxn modelId="{A5B6218C-81AB-4CDA-90C8-F7500E2A5484}" type="presOf" srcId="{F5AD5189-31CC-4689-AE34-A62E4A1919C9}" destId="{667452CA-DFA5-48B9-B9ED-4FE963CB8CB1}" srcOrd="0" destOrd="0" presId="urn:microsoft.com/office/officeart/2018/2/layout/IconVerticalSolidList"/>
    <dgm:cxn modelId="{BF9030B0-3113-446C-BA87-A99A1636C189}" type="presOf" srcId="{1A138FAF-8CF8-447E-A636-24FBF281F664}" destId="{8BA1071D-6A9A-464F-93E8-C6914634AA53}" srcOrd="0" destOrd="0" presId="urn:microsoft.com/office/officeart/2018/2/layout/IconVerticalSolidList"/>
    <dgm:cxn modelId="{ADD82AC0-04E2-4EB1-B8D1-48280BF6DB43}" srcId="{F5AD5189-31CC-4689-AE34-A62E4A1919C9}" destId="{A8728628-A1CC-4A2B-9A90-935F4C670471}" srcOrd="3" destOrd="0" parTransId="{3D9B17AA-04D0-4876-ABBB-09C9E0F370DC}" sibTransId="{7067B290-0B9E-40C1-8D48-80839609DFA2}"/>
    <dgm:cxn modelId="{A29BF0CE-CF58-4257-B798-E4C14EE79132}" type="presOf" srcId="{98598DBB-D35B-420E-A139-04A2BDD8BACF}" destId="{517ECDAF-937B-487D-ACE3-FF1A1445AE6F}" srcOrd="0" destOrd="0" presId="urn:microsoft.com/office/officeart/2018/2/layout/IconVerticalSolidList"/>
    <dgm:cxn modelId="{5B6BDBE1-F56F-46F7-BDB0-6E751C1752BD}" type="presOf" srcId="{A8728628-A1CC-4A2B-9A90-935F4C670471}" destId="{9DBF1423-5A4F-4776-AD8E-78A78CDC0BA1}" srcOrd="0" destOrd="0" presId="urn:microsoft.com/office/officeart/2018/2/layout/IconVerticalSolidList"/>
    <dgm:cxn modelId="{71B8C387-9B72-435A-AB4D-A2537DF68340}" type="presParOf" srcId="{667452CA-DFA5-48B9-B9ED-4FE963CB8CB1}" destId="{8D43936F-4AD4-4418-952C-81AD65BF62F2}" srcOrd="0" destOrd="0" presId="urn:microsoft.com/office/officeart/2018/2/layout/IconVerticalSolidList"/>
    <dgm:cxn modelId="{B6F482C6-5B2A-44C9-A599-4D02F480569D}" type="presParOf" srcId="{8D43936F-4AD4-4418-952C-81AD65BF62F2}" destId="{DFDB1E07-1A85-4ADB-95B7-F0C037EC486F}" srcOrd="0" destOrd="0" presId="urn:microsoft.com/office/officeart/2018/2/layout/IconVerticalSolidList"/>
    <dgm:cxn modelId="{ECDCD08E-F2F3-4C39-9B86-32399898BC3F}" type="presParOf" srcId="{8D43936F-4AD4-4418-952C-81AD65BF62F2}" destId="{E5CD9F46-9710-47F1-8E93-B5BD9174B2B0}" srcOrd="1" destOrd="0" presId="urn:microsoft.com/office/officeart/2018/2/layout/IconVerticalSolidList"/>
    <dgm:cxn modelId="{52D8E854-6CEB-4F7B-B6B7-BE182BCBC8EB}" type="presParOf" srcId="{8D43936F-4AD4-4418-952C-81AD65BF62F2}" destId="{201EF6B6-660B-473D-AF31-746B3EE08180}" srcOrd="2" destOrd="0" presId="urn:microsoft.com/office/officeart/2018/2/layout/IconVerticalSolidList"/>
    <dgm:cxn modelId="{F8712E9D-3821-4093-B8E4-3BAF471743EB}" type="presParOf" srcId="{8D43936F-4AD4-4418-952C-81AD65BF62F2}" destId="{517ECDAF-937B-487D-ACE3-FF1A1445AE6F}" srcOrd="3" destOrd="0" presId="urn:microsoft.com/office/officeart/2018/2/layout/IconVerticalSolidList"/>
    <dgm:cxn modelId="{35DA0B95-687B-436F-8D8D-01CBDB1D594E}" type="presParOf" srcId="{667452CA-DFA5-48B9-B9ED-4FE963CB8CB1}" destId="{384DB3D3-8D29-42B5-AB97-E5E1ACC83DE9}" srcOrd="1" destOrd="0" presId="urn:microsoft.com/office/officeart/2018/2/layout/IconVerticalSolidList"/>
    <dgm:cxn modelId="{FDC2F1CD-94F3-4F5E-8FDE-E25035B4F71B}" type="presParOf" srcId="{667452CA-DFA5-48B9-B9ED-4FE963CB8CB1}" destId="{1AD283D6-7ACA-4CB4-95B5-44D2F73BC096}" srcOrd="2" destOrd="0" presId="urn:microsoft.com/office/officeart/2018/2/layout/IconVerticalSolidList"/>
    <dgm:cxn modelId="{41F30A62-76DE-4E32-8237-7BC04F2D4A2F}" type="presParOf" srcId="{1AD283D6-7ACA-4CB4-95B5-44D2F73BC096}" destId="{87194AFB-8C6C-4604-823D-529108A48F87}" srcOrd="0" destOrd="0" presId="urn:microsoft.com/office/officeart/2018/2/layout/IconVerticalSolidList"/>
    <dgm:cxn modelId="{4E1FEB92-C906-47BE-9C25-70DD5F396201}" type="presParOf" srcId="{1AD283D6-7ACA-4CB4-95B5-44D2F73BC096}" destId="{DD49D1D0-143C-4372-9636-1BF14725DCDD}" srcOrd="1" destOrd="0" presId="urn:microsoft.com/office/officeart/2018/2/layout/IconVerticalSolidList"/>
    <dgm:cxn modelId="{BB22FE02-A966-49E0-8CF2-DA384DCD652E}" type="presParOf" srcId="{1AD283D6-7ACA-4CB4-95B5-44D2F73BC096}" destId="{9872DB61-015D-48B9-BED3-115CF7F42858}" srcOrd="2" destOrd="0" presId="urn:microsoft.com/office/officeart/2018/2/layout/IconVerticalSolidList"/>
    <dgm:cxn modelId="{9D3E47EA-A858-49D6-8935-8D0E93D9B053}" type="presParOf" srcId="{1AD283D6-7ACA-4CB4-95B5-44D2F73BC096}" destId="{2E2E4D89-FAAC-42A3-B18A-8B0BC498439D}" srcOrd="3" destOrd="0" presId="urn:microsoft.com/office/officeart/2018/2/layout/IconVerticalSolidList"/>
    <dgm:cxn modelId="{87393FE9-3A19-4CF3-8245-3ABB51C56535}" type="presParOf" srcId="{667452CA-DFA5-48B9-B9ED-4FE963CB8CB1}" destId="{48510D63-8ECA-41F3-AA3F-6711A1C254C0}" srcOrd="3" destOrd="0" presId="urn:microsoft.com/office/officeart/2018/2/layout/IconVerticalSolidList"/>
    <dgm:cxn modelId="{F3AE5862-31E4-49D6-8C9C-B6F4B20D5641}" type="presParOf" srcId="{667452CA-DFA5-48B9-B9ED-4FE963CB8CB1}" destId="{C6AE113F-F866-4E64-9813-51C2D9828811}" srcOrd="4" destOrd="0" presId="urn:microsoft.com/office/officeart/2018/2/layout/IconVerticalSolidList"/>
    <dgm:cxn modelId="{A23641A2-A8A6-4766-92E0-773283778181}" type="presParOf" srcId="{C6AE113F-F866-4E64-9813-51C2D9828811}" destId="{16527912-7C21-4B42-B6FC-950548667388}" srcOrd="0" destOrd="0" presId="urn:microsoft.com/office/officeart/2018/2/layout/IconVerticalSolidList"/>
    <dgm:cxn modelId="{446C9330-EDE8-40BD-A3FC-1A2BC82D8986}" type="presParOf" srcId="{C6AE113F-F866-4E64-9813-51C2D9828811}" destId="{EE804F33-C5A9-4F5A-BA56-37DC5306CEEB}" srcOrd="1" destOrd="0" presId="urn:microsoft.com/office/officeart/2018/2/layout/IconVerticalSolidList"/>
    <dgm:cxn modelId="{6C9DC2C8-AC4C-4978-A06F-92B3D9852438}" type="presParOf" srcId="{C6AE113F-F866-4E64-9813-51C2D9828811}" destId="{08A4D3B6-AB57-474A-AD35-444896029968}" srcOrd="2" destOrd="0" presId="urn:microsoft.com/office/officeart/2018/2/layout/IconVerticalSolidList"/>
    <dgm:cxn modelId="{38692191-B2EB-434F-9A95-64824694679E}" type="presParOf" srcId="{C6AE113F-F866-4E64-9813-51C2D9828811}" destId="{8BA1071D-6A9A-464F-93E8-C6914634AA53}" srcOrd="3" destOrd="0" presId="urn:microsoft.com/office/officeart/2018/2/layout/IconVerticalSolidList"/>
    <dgm:cxn modelId="{DA8AC493-DEF6-49DF-AA98-388C8C0C692A}" type="presParOf" srcId="{667452CA-DFA5-48B9-B9ED-4FE963CB8CB1}" destId="{DED36A2D-B089-4517-AE6F-A6AA60F822DE}" srcOrd="5" destOrd="0" presId="urn:microsoft.com/office/officeart/2018/2/layout/IconVerticalSolidList"/>
    <dgm:cxn modelId="{EEDAEE9C-7BDB-459C-B29C-E8A744D8B7E6}" type="presParOf" srcId="{667452CA-DFA5-48B9-B9ED-4FE963CB8CB1}" destId="{A84B6410-7216-49D7-BC15-689E512057AC}" srcOrd="6" destOrd="0" presId="urn:microsoft.com/office/officeart/2018/2/layout/IconVerticalSolidList"/>
    <dgm:cxn modelId="{B741D229-D8DA-4142-B4BD-DC6B84AC0054}" type="presParOf" srcId="{A84B6410-7216-49D7-BC15-689E512057AC}" destId="{353FD44A-42B2-4800-995B-482BA2118F90}" srcOrd="0" destOrd="0" presId="urn:microsoft.com/office/officeart/2018/2/layout/IconVerticalSolidList"/>
    <dgm:cxn modelId="{A1FAC3D9-71A1-4FCD-8FF2-F19404943FE3}" type="presParOf" srcId="{A84B6410-7216-49D7-BC15-689E512057AC}" destId="{34E3352A-0CAE-46C5-A722-09222452B4AE}" srcOrd="1" destOrd="0" presId="urn:microsoft.com/office/officeart/2018/2/layout/IconVerticalSolidList"/>
    <dgm:cxn modelId="{288602D2-E8DF-4BDD-93C1-C5505A495226}" type="presParOf" srcId="{A84B6410-7216-49D7-BC15-689E512057AC}" destId="{8D3B8C57-8BD8-4BC7-B038-8EF81D1CE61E}" srcOrd="2" destOrd="0" presId="urn:microsoft.com/office/officeart/2018/2/layout/IconVerticalSolidList"/>
    <dgm:cxn modelId="{66170DDA-1884-492C-A1AC-F2E4972ADC3C}" type="presParOf" srcId="{A84B6410-7216-49D7-BC15-689E512057AC}" destId="{9DBF1423-5A4F-4776-AD8E-78A78CDC0B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B71021-F873-4489-8EDC-71C7D9E0952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D37B26-3C08-4DA5-A872-A2FF755A3F26}">
      <dgm:prSet/>
      <dgm:spPr/>
      <dgm:t>
        <a:bodyPr/>
        <a:lstStyle/>
        <a:p>
          <a:r>
            <a:rPr lang="en-US"/>
            <a:t>Auto-generated resume from profile data.</a:t>
          </a:r>
        </a:p>
      </dgm:t>
    </dgm:pt>
    <dgm:pt modelId="{36C6FA5E-4CBB-4C6D-8D99-BB623283B00F}" type="parTrans" cxnId="{79793211-5D4A-4434-8ED3-B4A1BD0B100D}">
      <dgm:prSet/>
      <dgm:spPr/>
      <dgm:t>
        <a:bodyPr/>
        <a:lstStyle/>
        <a:p>
          <a:endParaRPr lang="en-US"/>
        </a:p>
      </dgm:t>
    </dgm:pt>
    <dgm:pt modelId="{A4E565A3-69C7-40D9-A5A5-C559D2221704}" type="sibTrans" cxnId="{79793211-5D4A-4434-8ED3-B4A1BD0B100D}">
      <dgm:prSet/>
      <dgm:spPr/>
      <dgm:t>
        <a:bodyPr/>
        <a:lstStyle/>
        <a:p>
          <a:endParaRPr lang="en-US"/>
        </a:p>
      </dgm:t>
    </dgm:pt>
    <dgm:pt modelId="{F73624CD-E288-4F01-92BC-1A9096D3E251}">
      <dgm:prSet/>
      <dgm:spPr/>
      <dgm:t>
        <a:bodyPr/>
        <a:lstStyle/>
        <a:p>
          <a:r>
            <a:rPr lang="en-US"/>
            <a:t>Multi-country resume formats with HTML preview and PDF export.</a:t>
          </a:r>
        </a:p>
      </dgm:t>
    </dgm:pt>
    <dgm:pt modelId="{A835A906-0783-44E3-B21C-DC79904052EE}" type="parTrans" cxnId="{722671D5-10F8-4CF4-A35D-DD25EA4A5EEE}">
      <dgm:prSet/>
      <dgm:spPr/>
      <dgm:t>
        <a:bodyPr/>
        <a:lstStyle/>
        <a:p>
          <a:endParaRPr lang="en-US"/>
        </a:p>
      </dgm:t>
    </dgm:pt>
    <dgm:pt modelId="{D150019E-AF3C-42C2-946E-BF3127358FC4}" type="sibTrans" cxnId="{722671D5-10F8-4CF4-A35D-DD25EA4A5EEE}">
      <dgm:prSet/>
      <dgm:spPr/>
      <dgm:t>
        <a:bodyPr/>
        <a:lstStyle/>
        <a:p>
          <a:endParaRPr lang="en-US"/>
        </a:p>
      </dgm:t>
    </dgm:pt>
    <dgm:pt modelId="{8FEFB543-B44F-46B0-A812-542A5D18A9DE}">
      <dgm:prSet/>
      <dgm:spPr/>
      <dgm:t>
        <a:bodyPr/>
        <a:lstStyle/>
        <a:p>
          <a:r>
            <a:rPr lang="en-US"/>
            <a:t>Role-based access control and profile completion validation.</a:t>
          </a:r>
        </a:p>
      </dgm:t>
    </dgm:pt>
    <dgm:pt modelId="{B4F85E65-931F-43C2-A66A-E964189669A6}" type="parTrans" cxnId="{6CACFB0E-4239-4655-9206-798174D3689E}">
      <dgm:prSet/>
      <dgm:spPr/>
      <dgm:t>
        <a:bodyPr/>
        <a:lstStyle/>
        <a:p>
          <a:endParaRPr lang="en-US"/>
        </a:p>
      </dgm:t>
    </dgm:pt>
    <dgm:pt modelId="{564DD1AF-B67D-424E-B15B-BE00312AA2CE}" type="sibTrans" cxnId="{6CACFB0E-4239-4655-9206-798174D3689E}">
      <dgm:prSet/>
      <dgm:spPr/>
      <dgm:t>
        <a:bodyPr/>
        <a:lstStyle/>
        <a:p>
          <a:endParaRPr lang="en-US"/>
        </a:p>
      </dgm:t>
    </dgm:pt>
    <dgm:pt modelId="{DF7A4BA0-2187-4EB1-964D-65F60E885565}">
      <dgm:prSet/>
      <dgm:spPr/>
      <dgm:t>
        <a:bodyPr/>
        <a:lstStyle/>
        <a:p>
          <a:r>
            <a:rPr lang="en-US"/>
            <a:t>Real-time notifications and dashboard refresh with Socket.io.</a:t>
          </a:r>
        </a:p>
      </dgm:t>
    </dgm:pt>
    <dgm:pt modelId="{13BF10FA-7A01-4FDB-AFF7-E6428883F588}" type="parTrans" cxnId="{167CE4FB-C9D8-4D68-A5A3-9EA7B7E62052}">
      <dgm:prSet/>
      <dgm:spPr/>
      <dgm:t>
        <a:bodyPr/>
        <a:lstStyle/>
        <a:p>
          <a:endParaRPr lang="en-US"/>
        </a:p>
      </dgm:t>
    </dgm:pt>
    <dgm:pt modelId="{C401690F-A2A0-49F5-87A6-6E3347BD9A91}" type="sibTrans" cxnId="{167CE4FB-C9D8-4D68-A5A3-9EA7B7E62052}">
      <dgm:prSet/>
      <dgm:spPr/>
      <dgm:t>
        <a:bodyPr/>
        <a:lstStyle/>
        <a:p>
          <a:endParaRPr lang="en-US"/>
        </a:p>
      </dgm:t>
    </dgm:pt>
    <dgm:pt modelId="{6F9ED34B-70A5-4E75-B902-8DCB79C35F91}">
      <dgm:prSet/>
      <dgm:spPr/>
      <dgm:t>
        <a:bodyPr/>
        <a:lstStyle/>
        <a:p>
          <a:r>
            <a:rPr lang="en-US"/>
            <a:t>Application tracking: pending, accepted, rejected.</a:t>
          </a:r>
        </a:p>
      </dgm:t>
    </dgm:pt>
    <dgm:pt modelId="{42D136D0-A99F-4B1C-9827-FF7D510D08C3}" type="parTrans" cxnId="{E7DFE87B-9AA5-42BA-B08C-EC88A564ECBB}">
      <dgm:prSet/>
      <dgm:spPr/>
      <dgm:t>
        <a:bodyPr/>
        <a:lstStyle/>
        <a:p>
          <a:endParaRPr lang="en-US"/>
        </a:p>
      </dgm:t>
    </dgm:pt>
    <dgm:pt modelId="{EBD9D94F-F90F-4D74-ABFF-E5267DF6A94D}" type="sibTrans" cxnId="{E7DFE87B-9AA5-42BA-B08C-EC88A564ECBB}">
      <dgm:prSet/>
      <dgm:spPr/>
      <dgm:t>
        <a:bodyPr/>
        <a:lstStyle/>
        <a:p>
          <a:endParaRPr lang="en-US"/>
        </a:p>
      </dgm:t>
    </dgm:pt>
    <dgm:pt modelId="{487BAB30-A007-4561-B4F9-77B5C89A9FCE}">
      <dgm:prSet/>
      <dgm:spPr/>
      <dgm:t>
        <a:bodyPr/>
        <a:lstStyle/>
        <a:p>
          <a:r>
            <a:rPr lang="en-US"/>
            <a:t>Pagination on lists for fast browsing and scalability.</a:t>
          </a:r>
        </a:p>
      </dgm:t>
    </dgm:pt>
    <dgm:pt modelId="{F66D31F1-E41D-4C7B-BB2D-5F5424B9701F}" type="parTrans" cxnId="{282C9C88-024B-4C60-8ED6-C2BF24851150}">
      <dgm:prSet/>
      <dgm:spPr/>
      <dgm:t>
        <a:bodyPr/>
        <a:lstStyle/>
        <a:p>
          <a:endParaRPr lang="en-US"/>
        </a:p>
      </dgm:t>
    </dgm:pt>
    <dgm:pt modelId="{46FBA2C0-6786-4600-ABA5-36061F7639CF}" type="sibTrans" cxnId="{282C9C88-024B-4C60-8ED6-C2BF24851150}">
      <dgm:prSet/>
      <dgm:spPr/>
      <dgm:t>
        <a:bodyPr/>
        <a:lstStyle/>
        <a:p>
          <a:endParaRPr lang="en-US"/>
        </a:p>
      </dgm:t>
    </dgm:pt>
    <dgm:pt modelId="{836CA1C2-0CAD-4F4C-9A38-DDEF3F527C8B}" type="pres">
      <dgm:prSet presAssocID="{F0B71021-F873-4489-8EDC-71C7D9E09525}" presName="linear" presStyleCnt="0">
        <dgm:presLayoutVars>
          <dgm:animLvl val="lvl"/>
          <dgm:resizeHandles val="exact"/>
        </dgm:presLayoutVars>
      </dgm:prSet>
      <dgm:spPr/>
    </dgm:pt>
    <dgm:pt modelId="{77994769-6A87-48FC-8480-ADD305912C74}" type="pres">
      <dgm:prSet presAssocID="{DED37B26-3C08-4DA5-A872-A2FF755A3F2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392CB25-1941-479C-8D5E-FF467F5ABC0F}" type="pres">
      <dgm:prSet presAssocID="{A4E565A3-69C7-40D9-A5A5-C559D2221704}" presName="spacer" presStyleCnt="0"/>
      <dgm:spPr/>
    </dgm:pt>
    <dgm:pt modelId="{47FD62C0-9539-4B2C-9A86-A0B57B9A5C05}" type="pres">
      <dgm:prSet presAssocID="{F73624CD-E288-4F01-92BC-1A9096D3E25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5FA37B1-4147-4420-A022-DA80A67892A5}" type="pres">
      <dgm:prSet presAssocID="{D150019E-AF3C-42C2-946E-BF3127358FC4}" presName="spacer" presStyleCnt="0"/>
      <dgm:spPr/>
    </dgm:pt>
    <dgm:pt modelId="{FE5C99F6-F617-4B14-AD2D-88320FEFD140}" type="pres">
      <dgm:prSet presAssocID="{8FEFB543-B44F-46B0-A812-542A5D18A9D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301B60F-B4EA-4D19-8366-95141425B978}" type="pres">
      <dgm:prSet presAssocID="{564DD1AF-B67D-424E-B15B-BE00312AA2CE}" presName="spacer" presStyleCnt="0"/>
      <dgm:spPr/>
    </dgm:pt>
    <dgm:pt modelId="{1F860376-AE03-4CEF-B856-9D8470A1D047}" type="pres">
      <dgm:prSet presAssocID="{DF7A4BA0-2187-4EB1-964D-65F60E88556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F4DD921-FE9E-4608-9D81-4D8F586B8A8B}" type="pres">
      <dgm:prSet presAssocID="{C401690F-A2A0-49F5-87A6-6E3347BD9A91}" presName="spacer" presStyleCnt="0"/>
      <dgm:spPr/>
    </dgm:pt>
    <dgm:pt modelId="{3155A967-6528-439F-A418-A0D5D3057528}" type="pres">
      <dgm:prSet presAssocID="{6F9ED34B-70A5-4E75-B902-8DCB79C35F9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A151DB6-7568-4BCF-9838-24D4C6C0660F}" type="pres">
      <dgm:prSet presAssocID="{EBD9D94F-F90F-4D74-ABFF-E5267DF6A94D}" presName="spacer" presStyleCnt="0"/>
      <dgm:spPr/>
    </dgm:pt>
    <dgm:pt modelId="{CE433D8C-B54A-4A1B-8F2B-7AA4152F9448}" type="pres">
      <dgm:prSet presAssocID="{487BAB30-A007-4561-B4F9-77B5C89A9FC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CACFB0E-4239-4655-9206-798174D3689E}" srcId="{F0B71021-F873-4489-8EDC-71C7D9E09525}" destId="{8FEFB543-B44F-46B0-A812-542A5D18A9DE}" srcOrd="2" destOrd="0" parTransId="{B4F85E65-931F-43C2-A66A-E964189669A6}" sibTransId="{564DD1AF-B67D-424E-B15B-BE00312AA2CE}"/>
    <dgm:cxn modelId="{79793211-5D4A-4434-8ED3-B4A1BD0B100D}" srcId="{F0B71021-F873-4489-8EDC-71C7D9E09525}" destId="{DED37B26-3C08-4DA5-A872-A2FF755A3F26}" srcOrd="0" destOrd="0" parTransId="{36C6FA5E-4CBB-4C6D-8D99-BB623283B00F}" sibTransId="{A4E565A3-69C7-40D9-A5A5-C559D2221704}"/>
    <dgm:cxn modelId="{DFD8BA65-899F-46E1-BF68-736F7A9B7FF4}" type="presOf" srcId="{DED37B26-3C08-4DA5-A872-A2FF755A3F26}" destId="{77994769-6A87-48FC-8480-ADD305912C74}" srcOrd="0" destOrd="0" presId="urn:microsoft.com/office/officeart/2005/8/layout/vList2"/>
    <dgm:cxn modelId="{3F48AA6D-1226-464C-A16C-9502B4556F65}" type="presOf" srcId="{F73624CD-E288-4F01-92BC-1A9096D3E251}" destId="{47FD62C0-9539-4B2C-9A86-A0B57B9A5C05}" srcOrd="0" destOrd="0" presId="urn:microsoft.com/office/officeart/2005/8/layout/vList2"/>
    <dgm:cxn modelId="{EB7DCF71-E557-49FD-8EEC-B6378AD17539}" type="presOf" srcId="{F0B71021-F873-4489-8EDC-71C7D9E09525}" destId="{836CA1C2-0CAD-4F4C-9A38-DDEF3F527C8B}" srcOrd="0" destOrd="0" presId="urn:microsoft.com/office/officeart/2005/8/layout/vList2"/>
    <dgm:cxn modelId="{6B3AA07B-95A4-4038-899B-3146FCACC6D9}" type="presOf" srcId="{DF7A4BA0-2187-4EB1-964D-65F60E885565}" destId="{1F860376-AE03-4CEF-B856-9D8470A1D047}" srcOrd="0" destOrd="0" presId="urn:microsoft.com/office/officeart/2005/8/layout/vList2"/>
    <dgm:cxn modelId="{FE40BD7B-89E4-4F77-9162-92E8360F6C38}" type="presOf" srcId="{487BAB30-A007-4561-B4F9-77B5C89A9FCE}" destId="{CE433D8C-B54A-4A1B-8F2B-7AA4152F9448}" srcOrd="0" destOrd="0" presId="urn:microsoft.com/office/officeart/2005/8/layout/vList2"/>
    <dgm:cxn modelId="{E7DFE87B-9AA5-42BA-B08C-EC88A564ECBB}" srcId="{F0B71021-F873-4489-8EDC-71C7D9E09525}" destId="{6F9ED34B-70A5-4E75-B902-8DCB79C35F91}" srcOrd="4" destOrd="0" parTransId="{42D136D0-A99F-4B1C-9827-FF7D510D08C3}" sibTransId="{EBD9D94F-F90F-4D74-ABFF-E5267DF6A94D}"/>
    <dgm:cxn modelId="{282C9C88-024B-4C60-8ED6-C2BF24851150}" srcId="{F0B71021-F873-4489-8EDC-71C7D9E09525}" destId="{487BAB30-A007-4561-B4F9-77B5C89A9FCE}" srcOrd="5" destOrd="0" parTransId="{F66D31F1-E41D-4C7B-BB2D-5F5424B9701F}" sibTransId="{46FBA2C0-6786-4600-ABA5-36061F7639CF}"/>
    <dgm:cxn modelId="{8E5626BF-BD21-461E-AD0E-04CCBBF1D53B}" type="presOf" srcId="{6F9ED34B-70A5-4E75-B902-8DCB79C35F91}" destId="{3155A967-6528-439F-A418-A0D5D3057528}" srcOrd="0" destOrd="0" presId="urn:microsoft.com/office/officeart/2005/8/layout/vList2"/>
    <dgm:cxn modelId="{722671D5-10F8-4CF4-A35D-DD25EA4A5EEE}" srcId="{F0B71021-F873-4489-8EDC-71C7D9E09525}" destId="{F73624CD-E288-4F01-92BC-1A9096D3E251}" srcOrd="1" destOrd="0" parTransId="{A835A906-0783-44E3-B21C-DC79904052EE}" sibTransId="{D150019E-AF3C-42C2-946E-BF3127358FC4}"/>
    <dgm:cxn modelId="{880442D6-4506-452A-B2EA-F2E4E6B1AC6D}" type="presOf" srcId="{8FEFB543-B44F-46B0-A812-542A5D18A9DE}" destId="{FE5C99F6-F617-4B14-AD2D-88320FEFD140}" srcOrd="0" destOrd="0" presId="urn:microsoft.com/office/officeart/2005/8/layout/vList2"/>
    <dgm:cxn modelId="{167CE4FB-C9D8-4D68-A5A3-9EA7B7E62052}" srcId="{F0B71021-F873-4489-8EDC-71C7D9E09525}" destId="{DF7A4BA0-2187-4EB1-964D-65F60E885565}" srcOrd="3" destOrd="0" parTransId="{13BF10FA-7A01-4FDB-AFF7-E6428883F588}" sibTransId="{C401690F-A2A0-49F5-87A6-6E3347BD9A91}"/>
    <dgm:cxn modelId="{D58AE582-BDCA-492C-AA3A-BA17348AEB1F}" type="presParOf" srcId="{836CA1C2-0CAD-4F4C-9A38-DDEF3F527C8B}" destId="{77994769-6A87-48FC-8480-ADD305912C74}" srcOrd="0" destOrd="0" presId="urn:microsoft.com/office/officeart/2005/8/layout/vList2"/>
    <dgm:cxn modelId="{2E8DA9DB-205B-4165-AFA0-4C92946BCFCE}" type="presParOf" srcId="{836CA1C2-0CAD-4F4C-9A38-DDEF3F527C8B}" destId="{F392CB25-1941-479C-8D5E-FF467F5ABC0F}" srcOrd="1" destOrd="0" presId="urn:microsoft.com/office/officeart/2005/8/layout/vList2"/>
    <dgm:cxn modelId="{675EA7F9-78F5-47ED-8948-9C4DFDD01B75}" type="presParOf" srcId="{836CA1C2-0CAD-4F4C-9A38-DDEF3F527C8B}" destId="{47FD62C0-9539-4B2C-9A86-A0B57B9A5C05}" srcOrd="2" destOrd="0" presId="urn:microsoft.com/office/officeart/2005/8/layout/vList2"/>
    <dgm:cxn modelId="{81622402-6587-4610-A5CB-9C08545032F6}" type="presParOf" srcId="{836CA1C2-0CAD-4F4C-9A38-DDEF3F527C8B}" destId="{65FA37B1-4147-4420-A022-DA80A67892A5}" srcOrd="3" destOrd="0" presId="urn:microsoft.com/office/officeart/2005/8/layout/vList2"/>
    <dgm:cxn modelId="{3B1CBF06-8DB3-49E5-B4D6-8F0E5A2E70B6}" type="presParOf" srcId="{836CA1C2-0CAD-4F4C-9A38-DDEF3F527C8B}" destId="{FE5C99F6-F617-4B14-AD2D-88320FEFD140}" srcOrd="4" destOrd="0" presId="urn:microsoft.com/office/officeart/2005/8/layout/vList2"/>
    <dgm:cxn modelId="{5AEB1E21-2604-447A-9D6E-A6BC044CAF32}" type="presParOf" srcId="{836CA1C2-0CAD-4F4C-9A38-DDEF3F527C8B}" destId="{1301B60F-B4EA-4D19-8366-95141425B978}" srcOrd="5" destOrd="0" presId="urn:microsoft.com/office/officeart/2005/8/layout/vList2"/>
    <dgm:cxn modelId="{30C4ED26-A5DF-4A61-A20C-86879E4A4693}" type="presParOf" srcId="{836CA1C2-0CAD-4F4C-9A38-DDEF3F527C8B}" destId="{1F860376-AE03-4CEF-B856-9D8470A1D047}" srcOrd="6" destOrd="0" presId="urn:microsoft.com/office/officeart/2005/8/layout/vList2"/>
    <dgm:cxn modelId="{FCD54973-E7E6-41C1-BBA1-83CEBA4F5A44}" type="presParOf" srcId="{836CA1C2-0CAD-4F4C-9A38-DDEF3F527C8B}" destId="{0F4DD921-FE9E-4608-9D81-4D8F586B8A8B}" srcOrd="7" destOrd="0" presId="urn:microsoft.com/office/officeart/2005/8/layout/vList2"/>
    <dgm:cxn modelId="{5F2ECA12-C133-47CD-83FE-3A516B4AA5FB}" type="presParOf" srcId="{836CA1C2-0CAD-4F4C-9A38-DDEF3F527C8B}" destId="{3155A967-6528-439F-A418-A0D5D3057528}" srcOrd="8" destOrd="0" presId="urn:microsoft.com/office/officeart/2005/8/layout/vList2"/>
    <dgm:cxn modelId="{15AA1C59-88FE-4812-ABEE-4BB9DE7D5696}" type="presParOf" srcId="{836CA1C2-0CAD-4F4C-9A38-DDEF3F527C8B}" destId="{8A151DB6-7568-4BCF-9838-24D4C6C0660F}" srcOrd="9" destOrd="0" presId="urn:microsoft.com/office/officeart/2005/8/layout/vList2"/>
    <dgm:cxn modelId="{B72FCC06-9CB5-48C9-B807-57F4C4DC5EE6}" type="presParOf" srcId="{836CA1C2-0CAD-4F4C-9A38-DDEF3F527C8B}" destId="{CE433D8C-B54A-4A1B-8F2B-7AA4152F944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745C77-5FC1-4B24-877E-189DFD221B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CC3A6A4-3030-49FC-8CE2-656005EE3AE5}">
      <dgm:prSet/>
      <dgm:spPr/>
      <dgm:t>
        <a:bodyPr/>
        <a:lstStyle/>
        <a:p>
          <a:r>
            <a:rPr lang="en-US" dirty="0"/>
            <a:t>Users often apply to unrelated jobs; </a:t>
          </a:r>
          <a:r>
            <a:rPr lang="en-US" dirty="0" err="1"/>
            <a:t>ResuMatch</a:t>
          </a:r>
          <a:r>
            <a:rPr lang="en-US" dirty="0"/>
            <a:t> gives better job recommendations.</a:t>
          </a:r>
        </a:p>
      </dgm:t>
    </dgm:pt>
    <dgm:pt modelId="{9FB7B83F-C46C-4DBF-B9CE-41D2B1EC1B26}" type="parTrans" cxnId="{A8909C67-023F-4D40-85CD-80BF3FEB9DCC}">
      <dgm:prSet/>
      <dgm:spPr/>
      <dgm:t>
        <a:bodyPr/>
        <a:lstStyle/>
        <a:p>
          <a:endParaRPr lang="en-US"/>
        </a:p>
      </dgm:t>
    </dgm:pt>
    <dgm:pt modelId="{5D6BDEB3-AFFC-47F0-8BB5-2ED157598E1E}" type="sibTrans" cxnId="{A8909C67-023F-4D40-85CD-80BF3FEB9DCC}">
      <dgm:prSet/>
      <dgm:spPr/>
      <dgm:t>
        <a:bodyPr/>
        <a:lstStyle/>
        <a:p>
          <a:endParaRPr lang="en-US"/>
        </a:p>
      </dgm:t>
    </dgm:pt>
    <dgm:pt modelId="{91F0BA15-476A-4031-A17B-0A6AAEA03B04}">
      <dgm:prSet/>
      <dgm:spPr/>
      <dgm:t>
        <a:bodyPr/>
        <a:lstStyle/>
        <a:p>
          <a:r>
            <a:rPr lang="en-US"/>
            <a:t>Employers receive more relevant candidates and spend less time filtering resumes.</a:t>
          </a:r>
        </a:p>
      </dgm:t>
    </dgm:pt>
    <dgm:pt modelId="{9C32D3BB-E3AB-4E7B-AA3E-2E2C627F402A}" type="parTrans" cxnId="{540EFBC9-C448-4E4C-93F1-7F97361BD602}">
      <dgm:prSet/>
      <dgm:spPr/>
      <dgm:t>
        <a:bodyPr/>
        <a:lstStyle/>
        <a:p>
          <a:endParaRPr lang="en-US"/>
        </a:p>
      </dgm:t>
    </dgm:pt>
    <dgm:pt modelId="{77DCD8E4-CB04-45E9-BB4E-EA532B08B99E}" type="sibTrans" cxnId="{540EFBC9-C448-4E4C-93F1-7F97361BD602}">
      <dgm:prSet/>
      <dgm:spPr/>
      <dgm:t>
        <a:bodyPr/>
        <a:lstStyle/>
        <a:p>
          <a:endParaRPr lang="en-US"/>
        </a:p>
      </dgm:t>
    </dgm:pt>
    <dgm:pt modelId="{A2071326-1625-44F3-87AB-BB523D6EABAE}">
      <dgm:prSet/>
      <dgm:spPr/>
      <dgm:t>
        <a:bodyPr/>
        <a:lstStyle/>
        <a:p>
          <a:r>
            <a:rPr lang="en-US"/>
            <a:t>Admins can manage users, approvals, roles, and all platform data in one place.</a:t>
          </a:r>
        </a:p>
      </dgm:t>
    </dgm:pt>
    <dgm:pt modelId="{1293F40F-DDEF-4085-B64B-285C23C7A1F1}" type="parTrans" cxnId="{E861197C-1C48-4583-A06B-D39231EA81A7}">
      <dgm:prSet/>
      <dgm:spPr/>
      <dgm:t>
        <a:bodyPr/>
        <a:lstStyle/>
        <a:p>
          <a:endParaRPr lang="en-US"/>
        </a:p>
      </dgm:t>
    </dgm:pt>
    <dgm:pt modelId="{83958EEF-F68E-4170-870F-4A9AF1987929}" type="sibTrans" cxnId="{E861197C-1C48-4583-A06B-D39231EA81A7}">
      <dgm:prSet/>
      <dgm:spPr/>
      <dgm:t>
        <a:bodyPr/>
        <a:lstStyle/>
        <a:p>
          <a:endParaRPr lang="en-US"/>
        </a:p>
      </dgm:t>
    </dgm:pt>
    <dgm:pt modelId="{A36370E7-7F2E-43CC-B9A2-74CC288CADDF}" type="pres">
      <dgm:prSet presAssocID="{66745C77-5FC1-4B24-877E-189DFD221B4E}" presName="root" presStyleCnt="0">
        <dgm:presLayoutVars>
          <dgm:dir/>
          <dgm:resizeHandles val="exact"/>
        </dgm:presLayoutVars>
      </dgm:prSet>
      <dgm:spPr/>
    </dgm:pt>
    <dgm:pt modelId="{3B89DF1E-4051-46D6-8801-F06F6317415B}" type="pres">
      <dgm:prSet presAssocID="{9CC3A6A4-3030-49FC-8CE2-656005EE3AE5}" presName="compNode" presStyleCnt="0"/>
      <dgm:spPr/>
    </dgm:pt>
    <dgm:pt modelId="{93AF6C48-D916-46EF-B625-B2B7934A227D}" type="pres">
      <dgm:prSet presAssocID="{9CC3A6A4-3030-49FC-8CE2-656005EE3AE5}" presName="bgRect" presStyleLbl="bgShp" presStyleIdx="0" presStyleCnt="3"/>
      <dgm:spPr/>
    </dgm:pt>
    <dgm:pt modelId="{2705BDEE-7633-4488-8D40-016803129ECD}" type="pres">
      <dgm:prSet presAssocID="{9CC3A6A4-3030-49FC-8CE2-656005EE3AE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654FC7AC-AA26-4400-9017-ED105FD0BA0A}" type="pres">
      <dgm:prSet presAssocID="{9CC3A6A4-3030-49FC-8CE2-656005EE3AE5}" presName="spaceRect" presStyleCnt="0"/>
      <dgm:spPr/>
    </dgm:pt>
    <dgm:pt modelId="{57A18F46-2489-415B-A206-EE956139867D}" type="pres">
      <dgm:prSet presAssocID="{9CC3A6A4-3030-49FC-8CE2-656005EE3AE5}" presName="parTx" presStyleLbl="revTx" presStyleIdx="0" presStyleCnt="3">
        <dgm:presLayoutVars>
          <dgm:chMax val="0"/>
          <dgm:chPref val="0"/>
        </dgm:presLayoutVars>
      </dgm:prSet>
      <dgm:spPr/>
    </dgm:pt>
    <dgm:pt modelId="{9A11E778-54F9-4F12-B7A5-C773F8FCB2F4}" type="pres">
      <dgm:prSet presAssocID="{5D6BDEB3-AFFC-47F0-8BB5-2ED157598E1E}" presName="sibTrans" presStyleCnt="0"/>
      <dgm:spPr/>
    </dgm:pt>
    <dgm:pt modelId="{6EC1A0A7-7DCB-4B76-AA0D-75FDDEB29ACA}" type="pres">
      <dgm:prSet presAssocID="{91F0BA15-476A-4031-A17B-0A6AAEA03B04}" presName="compNode" presStyleCnt="0"/>
      <dgm:spPr/>
    </dgm:pt>
    <dgm:pt modelId="{320903F3-735A-4792-BC43-148E71FA7B56}" type="pres">
      <dgm:prSet presAssocID="{91F0BA15-476A-4031-A17B-0A6AAEA03B04}" presName="bgRect" presStyleLbl="bgShp" presStyleIdx="1" presStyleCnt="3"/>
      <dgm:spPr/>
    </dgm:pt>
    <dgm:pt modelId="{0CCCDA73-2AF3-47B1-9A1B-2DA7F8BE647A}" type="pres">
      <dgm:prSet presAssocID="{91F0BA15-476A-4031-A17B-0A6AAEA03B0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B72F0B9-FB7D-4B5C-98C9-78D3D2B1B1EC}" type="pres">
      <dgm:prSet presAssocID="{91F0BA15-476A-4031-A17B-0A6AAEA03B04}" presName="spaceRect" presStyleCnt="0"/>
      <dgm:spPr/>
    </dgm:pt>
    <dgm:pt modelId="{141AC653-0823-41A3-8C44-FC8D002B780D}" type="pres">
      <dgm:prSet presAssocID="{91F0BA15-476A-4031-A17B-0A6AAEA03B04}" presName="parTx" presStyleLbl="revTx" presStyleIdx="1" presStyleCnt="3">
        <dgm:presLayoutVars>
          <dgm:chMax val="0"/>
          <dgm:chPref val="0"/>
        </dgm:presLayoutVars>
      </dgm:prSet>
      <dgm:spPr/>
    </dgm:pt>
    <dgm:pt modelId="{8F624960-F509-4D58-927C-5597A01FAF8D}" type="pres">
      <dgm:prSet presAssocID="{77DCD8E4-CB04-45E9-BB4E-EA532B08B99E}" presName="sibTrans" presStyleCnt="0"/>
      <dgm:spPr/>
    </dgm:pt>
    <dgm:pt modelId="{0836E5A9-04DD-4462-96BA-A96AAB5D5861}" type="pres">
      <dgm:prSet presAssocID="{A2071326-1625-44F3-87AB-BB523D6EABAE}" presName="compNode" presStyleCnt="0"/>
      <dgm:spPr/>
    </dgm:pt>
    <dgm:pt modelId="{74C8DC8C-B674-4B4C-98F0-6FB0456A2950}" type="pres">
      <dgm:prSet presAssocID="{A2071326-1625-44F3-87AB-BB523D6EABAE}" presName="bgRect" presStyleLbl="bgShp" presStyleIdx="2" presStyleCnt="3"/>
      <dgm:spPr/>
    </dgm:pt>
    <dgm:pt modelId="{085A4768-8DB5-4D44-9ADF-371922A2F236}" type="pres">
      <dgm:prSet presAssocID="{A2071326-1625-44F3-87AB-BB523D6EABA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CC5E2E5F-F95A-4EC2-B5C5-6161F72FAD07}" type="pres">
      <dgm:prSet presAssocID="{A2071326-1625-44F3-87AB-BB523D6EABAE}" presName="spaceRect" presStyleCnt="0"/>
      <dgm:spPr/>
    </dgm:pt>
    <dgm:pt modelId="{DE7285B8-3FBE-44C7-98E3-D4EFDD71EBF8}" type="pres">
      <dgm:prSet presAssocID="{A2071326-1625-44F3-87AB-BB523D6EABA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BEE645F-7F6F-45F0-8DE4-0D98C5F60242}" type="presOf" srcId="{9CC3A6A4-3030-49FC-8CE2-656005EE3AE5}" destId="{57A18F46-2489-415B-A206-EE956139867D}" srcOrd="0" destOrd="0" presId="urn:microsoft.com/office/officeart/2018/2/layout/IconVerticalSolidList"/>
    <dgm:cxn modelId="{A91B4762-4B29-4918-A736-B95F13322F1E}" type="presOf" srcId="{66745C77-5FC1-4B24-877E-189DFD221B4E}" destId="{A36370E7-7F2E-43CC-B9A2-74CC288CADDF}" srcOrd="0" destOrd="0" presId="urn:microsoft.com/office/officeart/2018/2/layout/IconVerticalSolidList"/>
    <dgm:cxn modelId="{A8909C67-023F-4D40-85CD-80BF3FEB9DCC}" srcId="{66745C77-5FC1-4B24-877E-189DFD221B4E}" destId="{9CC3A6A4-3030-49FC-8CE2-656005EE3AE5}" srcOrd="0" destOrd="0" parTransId="{9FB7B83F-C46C-4DBF-B9CE-41D2B1EC1B26}" sibTransId="{5D6BDEB3-AFFC-47F0-8BB5-2ED157598E1E}"/>
    <dgm:cxn modelId="{893A1257-452A-47D4-BA02-8C244AFFE81A}" type="presOf" srcId="{A2071326-1625-44F3-87AB-BB523D6EABAE}" destId="{DE7285B8-3FBE-44C7-98E3-D4EFDD71EBF8}" srcOrd="0" destOrd="0" presId="urn:microsoft.com/office/officeart/2018/2/layout/IconVerticalSolidList"/>
    <dgm:cxn modelId="{E861197C-1C48-4583-A06B-D39231EA81A7}" srcId="{66745C77-5FC1-4B24-877E-189DFD221B4E}" destId="{A2071326-1625-44F3-87AB-BB523D6EABAE}" srcOrd="2" destOrd="0" parTransId="{1293F40F-DDEF-4085-B64B-285C23C7A1F1}" sibTransId="{83958EEF-F68E-4170-870F-4A9AF1987929}"/>
    <dgm:cxn modelId="{7132FDAE-AC21-4435-B6E3-4BB7A14EFF72}" type="presOf" srcId="{91F0BA15-476A-4031-A17B-0A6AAEA03B04}" destId="{141AC653-0823-41A3-8C44-FC8D002B780D}" srcOrd="0" destOrd="0" presId="urn:microsoft.com/office/officeart/2018/2/layout/IconVerticalSolidList"/>
    <dgm:cxn modelId="{540EFBC9-C448-4E4C-93F1-7F97361BD602}" srcId="{66745C77-5FC1-4B24-877E-189DFD221B4E}" destId="{91F0BA15-476A-4031-A17B-0A6AAEA03B04}" srcOrd="1" destOrd="0" parTransId="{9C32D3BB-E3AB-4E7B-AA3E-2E2C627F402A}" sibTransId="{77DCD8E4-CB04-45E9-BB4E-EA532B08B99E}"/>
    <dgm:cxn modelId="{0F61B514-8820-46AD-B2F4-DCCD00C5EE43}" type="presParOf" srcId="{A36370E7-7F2E-43CC-B9A2-74CC288CADDF}" destId="{3B89DF1E-4051-46D6-8801-F06F6317415B}" srcOrd="0" destOrd="0" presId="urn:microsoft.com/office/officeart/2018/2/layout/IconVerticalSolidList"/>
    <dgm:cxn modelId="{1E86CF1E-1721-4904-BEC8-8F87176698E8}" type="presParOf" srcId="{3B89DF1E-4051-46D6-8801-F06F6317415B}" destId="{93AF6C48-D916-46EF-B625-B2B7934A227D}" srcOrd="0" destOrd="0" presId="urn:microsoft.com/office/officeart/2018/2/layout/IconVerticalSolidList"/>
    <dgm:cxn modelId="{9F09FEDB-E8BC-43FB-AA9F-AE1F2729E749}" type="presParOf" srcId="{3B89DF1E-4051-46D6-8801-F06F6317415B}" destId="{2705BDEE-7633-4488-8D40-016803129ECD}" srcOrd="1" destOrd="0" presId="urn:microsoft.com/office/officeart/2018/2/layout/IconVerticalSolidList"/>
    <dgm:cxn modelId="{B9B1FFC1-E680-4B76-9394-94960C15EE9E}" type="presParOf" srcId="{3B89DF1E-4051-46D6-8801-F06F6317415B}" destId="{654FC7AC-AA26-4400-9017-ED105FD0BA0A}" srcOrd="2" destOrd="0" presId="urn:microsoft.com/office/officeart/2018/2/layout/IconVerticalSolidList"/>
    <dgm:cxn modelId="{9506B482-4C67-4CB6-B343-B51F9941D8A5}" type="presParOf" srcId="{3B89DF1E-4051-46D6-8801-F06F6317415B}" destId="{57A18F46-2489-415B-A206-EE956139867D}" srcOrd="3" destOrd="0" presId="urn:microsoft.com/office/officeart/2018/2/layout/IconVerticalSolidList"/>
    <dgm:cxn modelId="{5A2E517F-5939-466E-A545-BD72659133C7}" type="presParOf" srcId="{A36370E7-7F2E-43CC-B9A2-74CC288CADDF}" destId="{9A11E778-54F9-4F12-B7A5-C773F8FCB2F4}" srcOrd="1" destOrd="0" presId="urn:microsoft.com/office/officeart/2018/2/layout/IconVerticalSolidList"/>
    <dgm:cxn modelId="{B7E6A20B-609F-4124-9E1C-513435A755B1}" type="presParOf" srcId="{A36370E7-7F2E-43CC-B9A2-74CC288CADDF}" destId="{6EC1A0A7-7DCB-4B76-AA0D-75FDDEB29ACA}" srcOrd="2" destOrd="0" presId="urn:microsoft.com/office/officeart/2018/2/layout/IconVerticalSolidList"/>
    <dgm:cxn modelId="{A21E6F9B-05D4-4272-82AA-AF6B23AEAB9E}" type="presParOf" srcId="{6EC1A0A7-7DCB-4B76-AA0D-75FDDEB29ACA}" destId="{320903F3-735A-4792-BC43-148E71FA7B56}" srcOrd="0" destOrd="0" presId="urn:microsoft.com/office/officeart/2018/2/layout/IconVerticalSolidList"/>
    <dgm:cxn modelId="{8723792F-8C84-49CC-B958-5BE3BA205E83}" type="presParOf" srcId="{6EC1A0A7-7DCB-4B76-AA0D-75FDDEB29ACA}" destId="{0CCCDA73-2AF3-47B1-9A1B-2DA7F8BE647A}" srcOrd="1" destOrd="0" presId="urn:microsoft.com/office/officeart/2018/2/layout/IconVerticalSolidList"/>
    <dgm:cxn modelId="{DB719CAA-D1E5-4355-9802-8090E8CA9620}" type="presParOf" srcId="{6EC1A0A7-7DCB-4B76-AA0D-75FDDEB29ACA}" destId="{9B72F0B9-FB7D-4B5C-98C9-78D3D2B1B1EC}" srcOrd="2" destOrd="0" presId="urn:microsoft.com/office/officeart/2018/2/layout/IconVerticalSolidList"/>
    <dgm:cxn modelId="{28C19326-00CC-49FA-8091-72A54759C735}" type="presParOf" srcId="{6EC1A0A7-7DCB-4B76-AA0D-75FDDEB29ACA}" destId="{141AC653-0823-41A3-8C44-FC8D002B780D}" srcOrd="3" destOrd="0" presId="urn:microsoft.com/office/officeart/2018/2/layout/IconVerticalSolidList"/>
    <dgm:cxn modelId="{530982E0-037E-45D2-BB8A-6B455BFABD21}" type="presParOf" srcId="{A36370E7-7F2E-43CC-B9A2-74CC288CADDF}" destId="{8F624960-F509-4D58-927C-5597A01FAF8D}" srcOrd="3" destOrd="0" presId="urn:microsoft.com/office/officeart/2018/2/layout/IconVerticalSolidList"/>
    <dgm:cxn modelId="{9EEA3CED-DA01-4313-AAEF-E9FA1C89DD78}" type="presParOf" srcId="{A36370E7-7F2E-43CC-B9A2-74CC288CADDF}" destId="{0836E5A9-04DD-4462-96BA-A96AAB5D5861}" srcOrd="4" destOrd="0" presId="urn:microsoft.com/office/officeart/2018/2/layout/IconVerticalSolidList"/>
    <dgm:cxn modelId="{0A40D3B8-73F1-4433-A300-2C5D6E4B5929}" type="presParOf" srcId="{0836E5A9-04DD-4462-96BA-A96AAB5D5861}" destId="{74C8DC8C-B674-4B4C-98F0-6FB0456A2950}" srcOrd="0" destOrd="0" presId="urn:microsoft.com/office/officeart/2018/2/layout/IconVerticalSolidList"/>
    <dgm:cxn modelId="{4587156E-FCF9-45C5-83A6-89956CCAA731}" type="presParOf" srcId="{0836E5A9-04DD-4462-96BA-A96AAB5D5861}" destId="{085A4768-8DB5-4D44-9ADF-371922A2F236}" srcOrd="1" destOrd="0" presId="urn:microsoft.com/office/officeart/2018/2/layout/IconVerticalSolidList"/>
    <dgm:cxn modelId="{E0856C33-2E3D-4F01-9B46-9CE8D4AEB3D3}" type="presParOf" srcId="{0836E5A9-04DD-4462-96BA-A96AAB5D5861}" destId="{CC5E2E5F-F95A-4EC2-B5C5-6161F72FAD07}" srcOrd="2" destOrd="0" presId="urn:microsoft.com/office/officeart/2018/2/layout/IconVerticalSolidList"/>
    <dgm:cxn modelId="{2FED768C-25AF-45BC-A6D7-A47F8A977C27}" type="presParOf" srcId="{0836E5A9-04DD-4462-96BA-A96AAB5D5861}" destId="{DE7285B8-3FBE-44C7-98E3-D4EFDD71EB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6364D0-34C2-40EB-BF38-668CB90B33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B603E6C-3D22-4111-AC58-7862158ED21D}">
      <dgm:prSet/>
      <dgm:spPr/>
      <dgm:t>
        <a:bodyPr/>
        <a:lstStyle/>
        <a:p>
          <a:r>
            <a:rPr lang="en-US"/>
            <a:t>Employers enter job details and required skills during posting.</a:t>
          </a:r>
        </a:p>
      </dgm:t>
    </dgm:pt>
    <dgm:pt modelId="{D38C6F04-079D-4113-BD63-D23F2EC1756B}" type="parTrans" cxnId="{879B49B4-A202-4F96-A023-E00026A489E5}">
      <dgm:prSet/>
      <dgm:spPr/>
      <dgm:t>
        <a:bodyPr/>
        <a:lstStyle/>
        <a:p>
          <a:endParaRPr lang="en-US"/>
        </a:p>
      </dgm:t>
    </dgm:pt>
    <dgm:pt modelId="{E188C4FC-DB05-42BD-8F67-3ECCED947433}" type="sibTrans" cxnId="{879B49B4-A202-4F96-A023-E00026A489E5}">
      <dgm:prSet/>
      <dgm:spPr/>
      <dgm:t>
        <a:bodyPr/>
        <a:lstStyle/>
        <a:p>
          <a:endParaRPr lang="en-US"/>
        </a:p>
      </dgm:t>
    </dgm:pt>
    <dgm:pt modelId="{ED17C0A0-DB0A-43A7-A71F-799391806971}">
      <dgm:prSet/>
      <dgm:spPr/>
      <dgm:t>
        <a:bodyPr/>
        <a:lstStyle/>
        <a:p>
          <a:r>
            <a:rPr lang="en-US"/>
            <a:t>Job Seekers fill out profiles and upload or auto-generate resumes.</a:t>
          </a:r>
        </a:p>
      </dgm:t>
    </dgm:pt>
    <dgm:pt modelId="{7CDE7916-13EF-405D-96FB-CF04028A5DE1}" type="parTrans" cxnId="{6BA799D8-D537-41B3-AF26-5DA5B6CFCCD1}">
      <dgm:prSet/>
      <dgm:spPr/>
      <dgm:t>
        <a:bodyPr/>
        <a:lstStyle/>
        <a:p>
          <a:endParaRPr lang="en-US"/>
        </a:p>
      </dgm:t>
    </dgm:pt>
    <dgm:pt modelId="{23A69295-F721-49A7-8340-64363E0E0507}" type="sibTrans" cxnId="{6BA799D8-D537-41B3-AF26-5DA5B6CFCCD1}">
      <dgm:prSet/>
      <dgm:spPr/>
      <dgm:t>
        <a:bodyPr/>
        <a:lstStyle/>
        <a:p>
          <a:endParaRPr lang="en-US"/>
        </a:p>
      </dgm:t>
    </dgm:pt>
    <dgm:pt modelId="{514B9421-08A2-46B3-B055-546757B9C357}">
      <dgm:prSet/>
      <dgm:spPr/>
      <dgm:t>
        <a:bodyPr/>
        <a:lstStyle/>
        <a:p>
          <a:r>
            <a:rPr lang="en-US"/>
            <a:t>System computes TF-IDF vectors for resumes and job descriptions.</a:t>
          </a:r>
        </a:p>
      </dgm:t>
    </dgm:pt>
    <dgm:pt modelId="{8EE1E1E8-76D4-4BD2-8038-6DA6C6B36D4B}" type="parTrans" cxnId="{F80F0EDE-86C8-4E9E-ABB1-B023F6C80FC4}">
      <dgm:prSet/>
      <dgm:spPr/>
      <dgm:t>
        <a:bodyPr/>
        <a:lstStyle/>
        <a:p>
          <a:endParaRPr lang="en-US"/>
        </a:p>
      </dgm:t>
    </dgm:pt>
    <dgm:pt modelId="{6F3EB6D0-0B86-4F1E-AB9B-7F90B4C59FF5}" type="sibTrans" cxnId="{F80F0EDE-86C8-4E9E-ABB1-B023F6C80FC4}">
      <dgm:prSet/>
      <dgm:spPr/>
      <dgm:t>
        <a:bodyPr/>
        <a:lstStyle/>
        <a:p>
          <a:endParaRPr lang="en-US"/>
        </a:p>
      </dgm:t>
    </dgm:pt>
    <dgm:pt modelId="{12B62532-A0B1-49F3-BDD4-3EAD38BC73B2}">
      <dgm:prSet/>
      <dgm:spPr/>
      <dgm:t>
        <a:bodyPr/>
        <a:lstStyle/>
        <a:p>
          <a:r>
            <a:rPr lang="en-US"/>
            <a:t>Cosine similarity calculates a compatibility percentage score.</a:t>
          </a:r>
        </a:p>
      </dgm:t>
    </dgm:pt>
    <dgm:pt modelId="{C1ABEB5C-DC2F-4E04-9675-30EC894B25C7}" type="parTrans" cxnId="{6055D344-EEFC-4ECE-9275-D60C195780B5}">
      <dgm:prSet/>
      <dgm:spPr/>
      <dgm:t>
        <a:bodyPr/>
        <a:lstStyle/>
        <a:p>
          <a:endParaRPr lang="en-US"/>
        </a:p>
      </dgm:t>
    </dgm:pt>
    <dgm:pt modelId="{A5FF7DE7-32EE-4015-9875-03C8EEDEA0E1}" type="sibTrans" cxnId="{6055D344-EEFC-4ECE-9275-D60C195780B5}">
      <dgm:prSet/>
      <dgm:spPr/>
      <dgm:t>
        <a:bodyPr/>
        <a:lstStyle/>
        <a:p>
          <a:endParaRPr lang="en-US"/>
        </a:p>
      </dgm:t>
    </dgm:pt>
    <dgm:pt modelId="{636906EB-C47B-4EE5-AAC2-29DDFC50D769}">
      <dgm:prSet/>
      <dgm:spPr/>
      <dgm:t>
        <a:bodyPr/>
        <a:lstStyle/>
        <a:p>
          <a:r>
            <a:rPr lang="en-US"/>
            <a:t>Candidates are ranked and recommended by match strength.</a:t>
          </a:r>
        </a:p>
      </dgm:t>
    </dgm:pt>
    <dgm:pt modelId="{7DC4EE3C-6D73-4619-86BE-873E66B07060}" type="parTrans" cxnId="{AB925908-2126-4EEB-A23B-134A4777B916}">
      <dgm:prSet/>
      <dgm:spPr/>
      <dgm:t>
        <a:bodyPr/>
        <a:lstStyle/>
        <a:p>
          <a:endParaRPr lang="en-US"/>
        </a:p>
      </dgm:t>
    </dgm:pt>
    <dgm:pt modelId="{2E655203-2D1C-483E-A4E9-BFFCF6A0E3DC}" type="sibTrans" cxnId="{AB925908-2126-4EEB-A23B-134A4777B916}">
      <dgm:prSet/>
      <dgm:spPr/>
      <dgm:t>
        <a:bodyPr/>
        <a:lstStyle/>
        <a:p>
          <a:endParaRPr lang="en-US"/>
        </a:p>
      </dgm:t>
    </dgm:pt>
    <dgm:pt modelId="{17EA21F2-162B-48E3-A17E-EB7154982FBF}" type="pres">
      <dgm:prSet presAssocID="{F26364D0-34C2-40EB-BF38-668CB90B33F7}" presName="root" presStyleCnt="0">
        <dgm:presLayoutVars>
          <dgm:dir/>
          <dgm:resizeHandles val="exact"/>
        </dgm:presLayoutVars>
      </dgm:prSet>
      <dgm:spPr/>
    </dgm:pt>
    <dgm:pt modelId="{7AC9D8ED-EED2-466D-8031-BB3A28B852C9}" type="pres">
      <dgm:prSet presAssocID="{AB603E6C-3D22-4111-AC58-7862158ED21D}" presName="compNode" presStyleCnt="0"/>
      <dgm:spPr/>
    </dgm:pt>
    <dgm:pt modelId="{F0F9BC90-90D9-4953-A92F-1DB5EC067506}" type="pres">
      <dgm:prSet presAssocID="{AB603E6C-3D22-4111-AC58-7862158ED21D}" presName="bgRect" presStyleLbl="bgShp" presStyleIdx="0" presStyleCnt="5"/>
      <dgm:spPr/>
    </dgm:pt>
    <dgm:pt modelId="{7E6A5F44-3B46-4162-8C84-7D652EFD3555}" type="pres">
      <dgm:prSet presAssocID="{AB603E6C-3D22-4111-AC58-7862158ED21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EB1C31E-71B0-4945-B34C-862596D715D6}" type="pres">
      <dgm:prSet presAssocID="{AB603E6C-3D22-4111-AC58-7862158ED21D}" presName="spaceRect" presStyleCnt="0"/>
      <dgm:spPr/>
    </dgm:pt>
    <dgm:pt modelId="{8802A3AD-7FC3-4248-AA93-D11BD6F1AF5D}" type="pres">
      <dgm:prSet presAssocID="{AB603E6C-3D22-4111-AC58-7862158ED21D}" presName="parTx" presStyleLbl="revTx" presStyleIdx="0" presStyleCnt="5">
        <dgm:presLayoutVars>
          <dgm:chMax val="0"/>
          <dgm:chPref val="0"/>
        </dgm:presLayoutVars>
      </dgm:prSet>
      <dgm:spPr/>
    </dgm:pt>
    <dgm:pt modelId="{FC4D2084-9707-4A84-B00C-A6B0C539C8C4}" type="pres">
      <dgm:prSet presAssocID="{E188C4FC-DB05-42BD-8F67-3ECCED947433}" presName="sibTrans" presStyleCnt="0"/>
      <dgm:spPr/>
    </dgm:pt>
    <dgm:pt modelId="{8AF24122-33BD-4FF1-B272-8CFC9E56557A}" type="pres">
      <dgm:prSet presAssocID="{ED17C0A0-DB0A-43A7-A71F-799391806971}" presName="compNode" presStyleCnt="0"/>
      <dgm:spPr/>
    </dgm:pt>
    <dgm:pt modelId="{83B88E87-A9E8-48DC-9530-9897C1CE050F}" type="pres">
      <dgm:prSet presAssocID="{ED17C0A0-DB0A-43A7-A71F-799391806971}" presName="bgRect" presStyleLbl="bgShp" presStyleIdx="1" presStyleCnt="5"/>
      <dgm:spPr/>
    </dgm:pt>
    <dgm:pt modelId="{A0C9F582-379E-4CA2-B788-B7FFB3657AB5}" type="pres">
      <dgm:prSet presAssocID="{ED17C0A0-DB0A-43A7-A71F-79939180697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C367C86E-30CC-4F1E-AD3B-218B7C2A8F15}" type="pres">
      <dgm:prSet presAssocID="{ED17C0A0-DB0A-43A7-A71F-799391806971}" presName="spaceRect" presStyleCnt="0"/>
      <dgm:spPr/>
    </dgm:pt>
    <dgm:pt modelId="{4008E43E-D380-448E-A412-8DF7E7992DD8}" type="pres">
      <dgm:prSet presAssocID="{ED17C0A0-DB0A-43A7-A71F-799391806971}" presName="parTx" presStyleLbl="revTx" presStyleIdx="1" presStyleCnt="5">
        <dgm:presLayoutVars>
          <dgm:chMax val="0"/>
          <dgm:chPref val="0"/>
        </dgm:presLayoutVars>
      </dgm:prSet>
      <dgm:spPr/>
    </dgm:pt>
    <dgm:pt modelId="{375ED1FB-6805-4A0F-8965-2610715341D6}" type="pres">
      <dgm:prSet presAssocID="{23A69295-F721-49A7-8340-64363E0E0507}" presName="sibTrans" presStyleCnt="0"/>
      <dgm:spPr/>
    </dgm:pt>
    <dgm:pt modelId="{56081D4A-6B8E-4E75-A69C-7D6F66F28179}" type="pres">
      <dgm:prSet presAssocID="{514B9421-08A2-46B3-B055-546757B9C357}" presName="compNode" presStyleCnt="0"/>
      <dgm:spPr/>
    </dgm:pt>
    <dgm:pt modelId="{FA6E450B-B91E-4B23-8BB2-5C4A7396041D}" type="pres">
      <dgm:prSet presAssocID="{514B9421-08A2-46B3-B055-546757B9C357}" presName="bgRect" presStyleLbl="bgShp" presStyleIdx="2" presStyleCnt="5"/>
      <dgm:spPr/>
    </dgm:pt>
    <dgm:pt modelId="{C5CA1CEE-0BBD-44A4-AEF8-5F3EBDE65720}" type="pres">
      <dgm:prSet presAssocID="{514B9421-08A2-46B3-B055-546757B9C35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874266F-D36F-4AE2-A83E-918853942160}" type="pres">
      <dgm:prSet presAssocID="{514B9421-08A2-46B3-B055-546757B9C357}" presName="spaceRect" presStyleCnt="0"/>
      <dgm:spPr/>
    </dgm:pt>
    <dgm:pt modelId="{AA71DD78-525F-4AFC-B3AB-2A3A87AB8F14}" type="pres">
      <dgm:prSet presAssocID="{514B9421-08A2-46B3-B055-546757B9C357}" presName="parTx" presStyleLbl="revTx" presStyleIdx="2" presStyleCnt="5">
        <dgm:presLayoutVars>
          <dgm:chMax val="0"/>
          <dgm:chPref val="0"/>
        </dgm:presLayoutVars>
      </dgm:prSet>
      <dgm:spPr/>
    </dgm:pt>
    <dgm:pt modelId="{84F2039B-183F-408B-BB73-7B015FA698D4}" type="pres">
      <dgm:prSet presAssocID="{6F3EB6D0-0B86-4F1E-AB9B-7F90B4C59FF5}" presName="sibTrans" presStyleCnt="0"/>
      <dgm:spPr/>
    </dgm:pt>
    <dgm:pt modelId="{FFF562BF-C553-4C86-B6FC-9F0FDF4191B4}" type="pres">
      <dgm:prSet presAssocID="{12B62532-A0B1-49F3-BDD4-3EAD38BC73B2}" presName="compNode" presStyleCnt="0"/>
      <dgm:spPr/>
    </dgm:pt>
    <dgm:pt modelId="{8D36F020-55CA-48EB-B9B1-AA7F7D53B9EF}" type="pres">
      <dgm:prSet presAssocID="{12B62532-A0B1-49F3-BDD4-3EAD38BC73B2}" presName="bgRect" presStyleLbl="bgShp" presStyleIdx="3" presStyleCnt="5"/>
      <dgm:spPr/>
    </dgm:pt>
    <dgm:pt modelId="{63070DE7-C1D2-4E8B-8855-030FEBC34C1C}" type="pres">
      <dgm:prSet presAssocID="{12B62532-A0B1-49F3-BDD4-3EAD38BC73B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4B38B9-248F-4B91-8C23-6BF8EA0CF44B}" type="pres">
      <dgm:prSet presAssocID="{12B62532-A0B1-49F3-BDD4-3EAD38BC73B2}" presName="spaceRect" presStyleCnt="0"/>
      <dgm:spPr/>
    </dgm:pt>
    <dgm:pt modelId="{52252F13-A81D-48FE-BC50-C91D9692740D}" type="pres">
      <dgm:prSet presAssocID="{12B62532-A0B1-49F3-BDD4-3EAD38BC73B2}" presName="parTx" presStyleLbl="revTx" presStyleIdx="3" presStyleCnt="5">
        <dgm:presLayoutVars>
          <dgm:chMax val="0"/>
          <dgm:chPref val="0"/>
        </dgm:presLayoutVars>
      </dgm:prSet>
      <dgm:spPr/>
    </dgm:pt>
    <dgm:pt modelId="{63C9BF21-CDA7-4C09-92FA-83DE23E79CE6}" type="pres">
      <dgm:prSet presAssocID="{A5FF7DE7-32EE-4015-9875-03C8EEDEA0E1}" presName="sibTrans" presStyleCnt="0"/>
      <dgm:spPr/>
    </dgm:pt>
    <dgm:pt modelId="{CE71B502-E4CD-4D59-8376-3DE36F21339B}" type="pres">
      <dgm:prSet presAssocID="{636906EB-C47B-4EE5-AAC2-29DDFC50D769}" presName="compNode" presStyleCnt="0"/>
      <dgm:spPr/>
    </dgm:pt>
    <dgm:pt modelId="{CA3F002B-27E4-4951-9FB1-A893B4E031B0}" type="pres">
      <dgm:prSet presAssocID="{636906EB-C47B-4EE5-AAC2-29DDFC50D769}" presName="bgRect" presStyleLbl="bgShp" presStyleIdx="4" presStyleCnt="5"/>
      <dgm:spPr/>
    </dgm:pt>
    <dgm:pt modelId="{3A82FFFA-446F-470B-9D1C-5C2A092D8703}" type="pres">
      <dgm:prSet presAssocID="{636906EB-C47B-4EE5-AAC2-29DDFC50D76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499C6DCA-AED7-4B43-AF21-A782D095E9A4}" type="pres">
      <dgm:prSet presAssocID="{636906EB-C47B-4EE5-AAC2-29DDFC50D769}" presName="spaceRect" presStyleCnt="0"/>
      <dgm:spPr/>
    </dgm:pt>
    <dgm:pt modelId="{C96FA099-5626-4D9C-80B6-A6C7CFE5E5F6}" type="pres">
      <dgm:prSet presAssocID="{636906EB-C47B-4EE5-AAC2-29DDFC50D76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B925908-2126-4EEB-A23B-134A4777B916}" srcId="{F26364D0-34C2-40EB-BF38-668CB90B33F7}" destId="{636906EB-C47B-4EE5-AAC2-29DDFC50D769}" srcOrd="4" destOrd="0" parTransId="{7DC4EE3C-6D73-4619-86BE-873E66B07060}" sibTransId="{2E655203-2D1C-483E-A4E9-BFFCF6A0E3DC}"/>
    <dgm:cxn modelId="{BBF13929-C516-447E-B799-A1A4EA838D4A}" type="presOf" srcId="{AB603E6C-3D22-4111-AC58-7862158ED21D}" destId="{8802A3AD-7FC3-4248-AA93-D11BD6F1AF5D}" srcOrd="0" destOrd="0" presId="urn:microsoft.com/office/officeart/2018/2/layout/IconVerticalSolidList"/>
    <dgm:cxn modelId="{6055D344-EEFC-4ECE-9275-D60C195780B5}" srcId="{F26364D0-34C2-40EB-BF38-668CB90B33F7}" destId="{12B62532-A0B1-49F3-BDD4-3EAD38BC73B2}" srcOrd="3" destOrd="0" parTransId="{C1ABEB5C-DC2F-4E04-9675-30EC894B25C7}" sibTransId="{A5FF7DE7-32EE-4015-9875-03C8EEDEA0E1}"/>
    <dgm:cxn modelId="{D3FF9967-0D72-4DE4-8E71-B5C8BF8463E3}" type="presOf" srcId="{514B9421-08A2-46B3-B055-546757B9C357}" destId="{AA71DD78-525F-4AFC-B3AB-2A3A87AB8F14}" srcOrd="0" destOrd="0" presId="urn:microsoft.com/office/officeart/2018/2/layout/IconVerticalSolidList"/>
    <dgm:cxn modelId="{E6263A85-A2CC-443A-88F9-073F3C6CFF73}" type="presOf" srcId="{12B62532-A0B1-49F3-BDD4-3EAD38BC73B2}" destId="{52252F13-A81D-48FE-BC50-C91D9692740D}" srcOrd="0" destOrd="0" presId="urn:microsoft.com/office/officeart/2018/2/layout/IconVerticalSolidList"/>
    <dgm:cxn modelId="{879B49B4-A202-4F96-A023-E00026A489E5}" srcId="{F26364D0-34C2-40EB-BF38-668CB90B33F7}" destId="{AB603E6C-3D22-4111-AC58-7862158ED21D}" srcOrd="0" destOrd="0" parTransId="{D38C6F04-079D-4113-BD63-D23F2EC1756B}" sibTransId="{E188C4FC-DB05-42BD-8F67-3ECCED947433}"/>
    <dgm:cxn modelId="{691A5CC7-3ABC-4003-A19C-014FAC8EAA38}" type="presOf" srcId="{636906EB-C47B-4EE5-AAC2-29DDFC50D769}" destId="{C96FA099-5626-4D9C-80B6-A6C7CFE5E5F6}" srcOrd="0" destOrd="0" presId="urn:microsoft.com/office/officeart/2018/2/layout/IconVerticalSolidList"/>
    <dgm:cxn modelId="{6BA799D8-D537-41B3-AF26-5DA5B6CFCCD1}" srcId="{F26364D0-34C2-40EB-BF38-668CB90B33F7}" destId="{ED17C0A0-DB0A-43A7-A71F-799391806971}" srcOrd="1" destOrd="0" parTransId="{7CDE7916-13EF-405D-96FB-CF04028A5DE1}" sibTransId="{23A69295-F721-49A7-8340-64363E0E0507}"/>
    <dgm:cxn modelId="{F80F0EDE-86C8-4E9E-ABB1-B023F6C80FC4}" srcId="{F26364D0-34C2-40EB-BF38-668CB90B33F7}" destId="{514B9421-08A2-46B3-B055-546757B9C357}" srcOrd="2" destOrd="0" parTransId="{8EE1E1E8-76D4-4BD2-8038-6DA6C6B36D4B}" sibTransId="{6F3EB6D0-0B86-4F1E-AB9B-7F90B4C59FF5}"/>
    <dgm:cxn modelId="{93A64BE5-42E8-47FB-9C26-7351C8C02796}" type="presOf" srcId="{ED17C0A0-DB0A-43A7-A71F-799391806971}" destId="{4008E43E-D380-448E-A412-8DF7E7992DD8}" srcOrd="0" destOrd="0" presId="urn:microsoft.com/office/officeart/2018/2/layout/IconVerticalSolidList"/>
    <dgm:cxn modelId="{4A43A1FD-AA11-48F7-BED5-A32EA7385C5E}" type="presOf" srcId="{F26364D0-34C2-40EB-BF38-668CB90B33F7}" destId="{17EA21F2-162B-48E3-A17E-EB7154982FBF}" srcOrd="0" destOrd="0" presId="urn:microsoft.com/office/officeart/2018/2/layout/IconVerticalSolidList"/>
    <dgm:cxn modelId="{66BEB9AC-3D46-4126-8859-6526049493F2}" type="presParOf" srcId="{17EA21F2-162B-48E3-A17E-EB7154982FBF}" destId="{7AC9D8ED-EED2-466D-8031-BB3A28B852C9}" srcOrd="0" destOrd="0" presId="urn:microsoft.com/office/officeart/2018/2/layout/IconVerticalSolidList"/>
    <dgm:cxn modelId="{02EC6E8C-6D99-4CB8-A09E-38CAB36155FB}" type="presParOf" srcId="{7AC9D8ED-EED2-466D-8031-BB3A28B852C9}" destId="{F0F9BC90-90D9-4953-A92F-1DB5EC067506}" srcOrd="0" destOrd="0" presId="urn:microsoft.com/office/officeart/2018/2/layout/IconVerticalSolidList"/>
    <dgm:cxn modelId="{1C227DDA-EFE2-44D4-B764-B79571B80EC2}" type="presParOf" srcId="{7AC9D8ED-EED2-466D-8031-BB3A28B852C9}" destId="{7E6A5F44-3B46-4162-8C84-7D652EFD3555}" srcOrd="1" destOrd="0" presId="urn:microsoft.com/office/officeart/2018/2/layout/IconVerticalSolidList"/>
    <dgm:cxn modelId="{6BC6B135-E316-4165-B9F6-6946970D6B80}" type="presParOf" srcId="{7AC9D8ED-EED2-466D-8031-BB3A28B852C9}" destId="{5EB1C31E-71B0-4945-B34C-862596D715D6}" srcOrd="2" destOrd="0" presId="urn:microsoft.com/office/officeart/2018/2/layout/IconVerticalSolidList"/>
    <dgm:cxn modelId="{2AB44F55-42CB-4A2A-8404-526B9E746240}" type="presParOf" srcId="{7AC9D8ED-EED2-466D-8031-BB3A28B852C9}" destId="{8802A3AD-7FC3-4248-AA93-D11BD6F1AF5D}" srcOrd="3" destOrd="0" presId="urn:microsoft.com/office/officeart/2018/2/layout/IconVerticalSolidList"/>
    <dgm:cxn modelId="{3BE67F92-9671-4EF9-BA8B-525E3301B77C}" type="presParOf" srcId="{17EA21F2-162B-48E3-A17E-EB7154982FBF}" destId="{FC4D2084-9707-4A84-B00C-A6B0C539C8C4}" srcOrd="1" destOrd="0" presId="urn:microsoft.com/office/officeart/2018/2/layout/IconVerticalSolidList"/>
    <dgm:cxn modelId="{383164EC-E819-4018-9AB4-085C0A57B880}" type="presParOf" srcId="{17EA21F2-162B-48E3-A17E-EB7154982FBF}" destId="{8AF24122-33BD-4FF1-B272-8CFC9E56557A}" srcOrd="2" destOrd="0" presId="urn:microsoft.com/office/officeart/2018/2/layout/IconVerticalSolidList"/>
    <dgm:cxn modelId="{52B33A30-D827-4670-9A4C-12FBB338D0CB}" type="presParOf" srcId="{8AF24122-33BD-4FF1-B272-8CFC9E56557A}" destId="{83B88E87-A9E8-48DC-9530-9897C1CE050F}" srcOrd="0" destOrd="0" presId="urn:microsoft.com/office/officeart/2018/2/layout/IconVerticalSolidList"/>
    <dgm:cxn modelId="{5740C77A-DD3D-42D9-B55E-A3A92E184C85}" type="presParOf" srcId="{8AF24122-33BD-4FF1-B272-8CFC9E56557A}" destId="{A0C9F582-379E-4CA2-B788-B7FFB3657AB5}" srcOrd="1" destOrd="0" presId="urn:microsoft.com/office/officeart/2018/2/layout/IconVerticalSolidList"/>
    <dgm:cxn modelId="{2A865AB4-E62D-43C3-857A-33C4C6FA2E2C}" type="presParOf" srcId="{8AF24122-33BD-4FF1-B272-8CFC9E56557A}" destId="{C367C86E-30CC-4F1E-AD3B-218B7C2A8F15}" srcOrd="2" destOrd="0" presId="urn:microsoft.com/office/officeart/2018/2/layout/IconVerticalSolidList"/>
    <dgm:cxn modelId="{B7284DC7-A75C-444B-90B3-4FABED28A296}" type="presParOf" srcId="{8AF24122-33BD-4FF1-B272-8CFC9E56557A}" destId="{4008E43E-D380-448E-A412-8DF7E7992DD8}" srcOrd="3" destOrd="0" presId="urn:microsoft.com/office/officeart/2018/2/layout/IconVerticalSolidList"/>
    <dgm:cxn modelId="{61E89EAA-B227-42B4-9AF1-207BD0565C81}" type="presParOf" srcId="{17EA21F2-162B-48E3-A17E-EB7154982FBF}" destId="{375ED1FB-6805-4A0F-8965-2610715341D6}" srcOrd="3" destOrd="0" presId="urn:microsoft.com/office/officeart/2018/2/layout/IconVerticalSolidList"/>
    <dgm:cxn modelId="{AB1986F0-D424-4D95-875B-7C1968B4A06E}" type="presParOf" srcId="{17EA21F2-162B-48E3-A17E-EB7154982FBF}" destId="{56081D4A-6B8E-4E75-A69C-7D6F66F28179}" srcOrd="4" destOrd="0" presId="urn:microsoft.com/office/officeart/2018/2/layout/IconVerticalSolidList"/>
    <dgm:cxn modelId="{68583411-0846-462C-8E29-024F7811EBDE}" type="presParOf" srcId="{56081D4A-6B8E-4E75-A69C-7D6F66F28179}" destId="{FA6E450B-B91E-4B23-8BB2-5C4A7396041D}" srcOrd="0" destOrd="0" presId="urn:microsoft.com/office/officeart/2018/2/layout/IconVerticalSolidList"/>
    <dgm:cxn modelId="{512EAEB5-4E8E-4970-A59A-CE2F27FA044B}" type="presParOf" srcId="{56081D4A-6B8E-4E75-A69C-7D6F66F28179}" destId="{C5CA1CEE-0BBD-44A4-AEF8-5F3EBDE65720}" srcOrd="1" destOrd="0" presId="urn:microsoft.com/office/officeart/2018/2/layout/IconVerticalSolidList"/>
    <dgm:cxn modelId="{0DAA04B9-22FC-4C3A-8620-85BE9FB697DE}" type="presParOf" srcId="{56081D4A-6B8E-4E75-A69C-7D6F66F28179}" destId="{9874266F-D36F-4AE2-A83E-918853942160}" srcOrd="2" destOrd="0" presId="urn:microsoft.com/office/officeart/2018/2/layout/IconVerticalSolidList"/>
    <dgm:cxn modelId="{A7AE6789-82DE-4E2C-B923-79D0965AC8D9}" type="presParOf" srcId="{56081D4A-6B8E-4E75-A69C-7D6F66F28179}" destId="{AA71DD78-525F-4AFC-B3AB-2A3A87AB8F14}" srcOrd="3" destOrd="0" presId="urn:microsoft.com/office/officeart/2018/2/layout/IconVerticalSolidList"/>
    <dgm:cxn modelId="{69448ACC-AE42-4A95-BAA1-EE792463F3C2}" type="presParOf" srcId="{17EA21F2-162B-48E3-A17E-EB7154982FBF}" destId="{84F2039B-183F-408B-BB73-7B015FA698D4}" srcOrd="5" destOrd="0" presId="urn:microsoft.com/office/officeart/2018/2/layout/IconVerticalSolidList"/>
    <dgm:cxn modelId="{EB725A79-7EE4-4F58-AA3E-F30EB2A1DF8C}" type="presParOf" srcId="{17EA21F2-162B-48E3-A17E-EB7154982FBF}" destId="{FFF562BF-C553-4C86-B6FC-9F0FDF4191B4}" srcOrd="6" destOrd="0" presId="urn:microsoft.com/office/officeart/2018/2/layout/IconVerticalSolidList"/>
    <dgm:cxn modelId="{EE2A2998-9A86-45F9-AE7B-32AC3B93F097}" type="presParOf" srcId="{FFF562BF-C553-4C86-B6FC-9F0FDF4191B4}" destId="{8D36F020-55CA-48EB-B9B1-AA7F7D53B9EF}" srcOrd="0" destOrd="0" presId="urn:microsoft.com/office/officeart/2018/2/layout/IconVerticalSolidList"/>
    <dgm:cxn modelId="{88863344-97A8-4E54-9B18-523C9B0BBB2F}" type="presParOf" srcId="{FFF562BF-C553-4C86-B6FC-9F0FDF4191B4}" destId="{63070DE7-C1D2-4E8B-8855-030FEBC34C1C}" srcOrd="1" destOrd="0" presId="urn:microsoft.com/office/officeart/2018/2/layout/IconVerticalSolidList"/>
    <dgm:cxn modelId="{C2E6E024-FC5D-43C2-904E-4D08B642051F}" type="presParOf" srcId="{FFF562BF-C553-4C86-B6FC-9F0FDF4191B4}" destId="{E74B38B9-248F-4B91-8C23-6BF8EA0CF44B}" srcOrd="2" destOrd="0" presId="urn:microsoft.com/office/officeart/2018/2/layout/IconVerticalSolidList"/>
    <dgm:cxn modelId="{BAC7B405-1E10-4C4D-B389-49FBB6BD90D6}" type="presParOf" srcId="{FFF562BF-C553-4C86-B6FC-9F0FDF4191B4}" destId="{52252F13-A81D-48FE-BC50-C91D9692740D}" srcOrd="3" destOrd="0" presId="urn:microsoft.com/office/officeart/2018/2/layout/IconVerticalSolidList"/>
    <dgm:cxn modelId="{506AAE9E-CFC1-427C-AECD-5D6474325AA4}" type="presParOf" srcId="{17EA21F2-162B-48E3-A17E-EB7154982FBF}" destId="{63C9BF21-CDA7-4C09-92FA-83DE23E79CE6}" srcOrd="7" destOrd="0" presId="urn:microsoft.com/office/officeart/2018/2/layout/IconVerticalSolidList"/>
    <dgm:cxn modelId="{28299AAC-428C-485C-9AFF-A31980EC8B68}" type="presParOf" srcId="{17EA21F2-162B-48E3-A17E-EB7154982FBF}" destId="{CE71B502-E4CD-4D59-8376-3DE36F21339B}" srcOrd="8" destOrd="0" presId="urn:microsoft.com/office/officeart/2018/2/layout/IconVerticalSolidList"/>
    <dgm:cxn modelId="{3C7C4DC5-FE26-40B5-984A-8C931668E165}" type="presParOf" srcId="{CE71B502-E4CD-4D59-8376-3DE36F21339B}" destId="{CA3F002B-27E4-4951-9FB1-A893B4E031B0}" srcOrd="0" destOrd="0" presId="urn:microsoft.com/office/officeart/2018/2/layout/IconVerticalSolidList"/>
    <dgm:cxn modelId="{786C1875-782D-4980-A5DE-EA03460B4824}" type="presParOf" srcId="{CE71B502-E4CD-4D59-8376-3DE36F21339B}" destId="{3A82FFFA-446F-470B-9D1C-5C2A092D8703}" srcOrd="1" destOrd="0" presId="urn:microsoft.com/office/officeart/2018/2/layout/IconVerticalSolidList"/>
    <dgm:cxn modelId="{A33701D2-D21B-48A6-B1E4-AFA00375CFAB}" type="presParOf" srcId="{CE71B502-E4CD-4D59-8376-3DE36F21339B}" destId="{499C6DCA-AED7-4B43-AF21-A782D095E9A4}" srcOrd="2" destOrd="0" presId="urn:microsoft.com/office/officeart/2018/2/layout/IconVerticalSolidList"/>
    <dgm:cxn modelId="{2E0DF76E-A31D-4AAD-9355-2E53A412B14B}" type="presParOf" srcId="{CE71B502-E4CD-4D59-8376-3DE36F21339B}" destId="{C96FA099-5626-4D9C-80B6-A6C7CFE5E5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E6E394-E9EC-4F17-8D5C-EC9F48AF42B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D504F20-9B7C-4F49-B5F9-89A3C4239BDA}">
      <dgm:prSet/>
      <dgm:spPr/>
      <dgm:t>
        <a:bodyPr/>
        <a:lstStyle/>
        <a:p>
          <a:r>
            <a:rPr lang="en-US"/>
            <a:t>Auto-generates resumes directly from user profile information.</a:t>
          </a:r>
        </a:p>
      </dgm:t>
    </dgm:pt>
    <dgm:pt modelId="{FA292109-2FA7-4139-9E6D-21B572F746C4}" type="parTrans" cxnId="{549D96C7-2011-44BF-B83E-D1890DE64A3B}">
      <dgm:prSet/>
      <dgm:spPr/>
      <dgm:t>
        <a:bodyPr/>
        <a:lstStyle/>
        <a:p>
          <a:endParaRPr lang="en-US"/>
        </a:p>
      </dgm:t>
    </dgm:pt>
    <dgm:pt modelId="{EA0D8ABD-561E-4D61-B889-18086F693EC1}" type="sibTrans" cxnId="{549D96C7-2011-44BF-B83E-D1890DE64A3B}">
      <dgm:prSet/>
      <dgm:spPr/>
      <dgm:t>
        <a:bodyPr/>
        <a:lstStyle/>
        <a:p>
          <a:endParaRPr lang="en-US"/>
        </a:p>
      </dgm:t>
    </dgm:pt>
    <dgm:pt modelId="{31865083-F426-48A9-AA28-6FB40E651B9E}">
      <dgm:prSet/>
      <dgm:spPr/>
      <dgm:t>
        <a:bodyPr/>
        <a:lstStyle/>
        <a:p>
          <a:r>
            <a:rPr lang="en-US"/>
            <a:t>Supports 5 international resume formats for better market fit.</a:t>
          </a:r>
        </a:p>
      </dgm:t>
    </dgm:pt>
    <dgm:pt modelId="{CC060751-12E2-4608-A317-D5D36E01E2FB}" type="parTrans" cxnId="{6735B379-D0D4-4803-88B7-A10EC16221FC}">
      <dgm:prSet/>
      <dgm:spPr/>
      <dgm:t>
        <a:bodyPr/>
        <a:lstStyle/>
        <a:p>
          <a:endParaRPr lang="en-US"/>
        </a:p>
      </dgm:t>
    </dgm:pt>
    <dgm:pt modelId="{FDE5E389-731B-4480-9D36-37DBCD9FCCEB}" type="sibTrans" cxnId="{6735B379-D0D4-4803-88B7-A10EC16221FC}">
      <dgm:prSet/>
      <dgm:spPr/>
      <dgm:t>
        <a:bodyPr/>
        <a:lstStyle/>
        <a:p>
          <a:endParaRPr lang="en-US"/>
        </a:p>
      </dgm:t>
    </dgm:pt>
    <dgm:pt modelId="{47FAF584-0D3F-4535-9075-7E2ED3A836EA}">
      <dgm:prSet/>
      <dgm:spPr/>
      <dgm:t>
        <a:bodyPr/>
        <a:lstStyle/>
        <a:p>
          <a:r>
            <a:rPr lang="en-US"/>
            <a:t>Users can preview formats and convert to PDF via browser print.</a:t>
          </a:r>
        </a:p>
      </dgm:t>
    </dgm:pt>
    <dgm:pt modelId="{F5F4BCD9-87E4-4940-ABBD-F73BBAEDBB7F}" type="parTrans" cxnId="{68C23CDA-A256-44E8-ADD1-6FED172567FE}">
      <dgm:prSet/>
      <dgm:spPr/>
      <dgm:t>
        <a:bodyPr/>
        <a:lstStyle/>
        <a:p>
          <a:endParaRPr lang="en-US"/>
        </a:p>
      </dgm:t>
    </dgm:pt>
    <dgm:pt modelId="{2BB80D8B-AA21-45D6-AC0A-CCD28CD1E7D2}" type="sibTrans" cxnId="{68C23CDA-A256-44E8-ADD1-6FED172567FE}">
      <dgm:prSet/>
      <dgm:spPr/>
      <dgm:t>
        <a:bodyPr/>
        <a:lstStyle/>
        <a:p>
          <a:endParaRPr lang="en-US"/>
        </a:p>
      </dgm:t>
    </dgm:pt>
    <dgm:pt modelId="{C48B23AC-1C47-4338-8C68-96D74EED2484}">
      <dgm:prSet/>
      <dgm:spPr/>
      <dgm:t>
        <a:bodyPr/>
        <a:lstStyle/>
        <a:p>
          <a:r>
            <a:rPr lang="en-US"/>
            <a:t>Ensures resume data stays consistent with the profile.</a:t>
          </a:r>
        </a:p>
      </dgm:t>
    </dgm:pt>
    <dgm:pt modelId="{A1307CBA-CF07-42AE-8EE9-91847FD1F6C3}" type="parTrans" cxnId="{2650FB32-FA7E-4C9F-A27D-75D3F6379DFE}">
      <dgm:prSet/>
      <dgm:spPr/>
      <dgm:t>
        <a:bodyPr/>
        <a:lstStyle/>
        <a:p>
          <a:endParaRPr lang="en-US"/>
        </a:p>
      </dgm:t>
    </dgm:pt>
    <dgm:pt modelId="{29B12EB3-B82C-4851-811D-0C46E1AE4E25}" type="sibTrans" cxnId="{2650FB32-FA7E-4C9F-A27D-75D3F6379DFE}">
      <dgm:prSet/>
      <dgm:spPr/>
      <dgm:t>
        <a:bodyPr/>
        <a:lstStyle/>
        <a:p>
          <a:endParaRPr lang="en-US"/>
        </a:p>
      </dgm:t>
    </dgm:pt>
    <dgm:pt modelId="{B2102836-DBA1-4DE2-9E25-1DB5499BF41D}" type="pres">
      <dgm:prSet presAssocID="{3AE6E394-E9EC-4F17-8D5C-EC9F48AF42BC}" presName="root" presStyleCnt="0">
        <dgm:presLayoutVars>
          <dgm:dir/>
          <dgm:resizeHandles val="exact"/>
        </dgm:presLayoutVars>
      </dgm:prSet>
      <dgm:spPr/>
    </dgm:pt>
    <dgm:pt modelId="{440DF8E6-D36C-4CB8-B81E-B1C23C368C99}" type="pres">
      <dgm:prSet presAssocID="{ED504F20-9B7C-4F49-B5F9-89A3C4239BDA}" presName="compNode" presStyleCnt="0"/>
      <dgm:spPr/>
    </dgm:pt>
    <dgm:pt modelId="{456BA09E-D1ED-4B5C-85F7-0497D5C5000C}" type="pres">
      <dgm:prSet presAssocID="{ED504F20-9B7C-4F49-B5F9-89A3C4239BD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F89502B-83A8-4EED-8C87-D5874AB60573}" type="pres">
      <dgm:prSet presAssocID="{ED504F20-9B7C-4F49-B5F9-89A3C4239BDA}" presName="spaceRect" presStyleCnt="0"/>
      <dgm:spPr/>
    </dgm:pt>
    <dgm:pt modelId="{4209CF26-DD00-4947-A54A-91E43F409A89}" type="pres">
      <dgm:prSet presAssocID="{ED504F20-9B7C-4F49-B5F9-89A3C4239BDA}" presName="textRect" presStyleLbl="revTx" presStyleIdx="0" presStyleCnt="4">
        <dgm:presLayoutVars>
          <dgm:chMax val="1"/>
          <dgm:chPref val="1"/>
        </dgm:presLayoutVars>
      </dgm:prSet>
      <dgm:spPr/>
    </dgm:pt>
    <dgm:pt modelId="{9153EC0C-1839-4002-A8A8-C3EEEFFB98D3}" type="pres">
      <dgm:prSet presAssocID="{EA0D8ABD-561E-4D61-B889-18086F693EC1}" presName="sibTrans" presStyleCnt="0"/>
      <dgm:spPr/>
    </dgm:pt>
    <dgm:pt modelId="{4394A019-DFD2-481E-99D7-12915D25B066}" type="pres">
      <dgm:prSet presAssocID="{31865083-F426-48A9-AA28-6FB40E651B9E}" presName="compNode" presStyleCnt="0"/>
      <dgm:spPr/>
    </dgm:pt>
    <dgm:pt modelId="{523DF837-D809-4F00-8092-6664EE8211F7}" type="pres">
      <dgm:prSet presAssocID="{31865083-F426-48A9-AA28-6FB40E651B9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09B759A-348C-4094-8B91-CC11F17AD2F4}" type="pres">
      <dgm:prSet presAssocID="{31865083-F426-48A9-AA28-6FB40E651B9E}" presName="spaceRect" presStyleCnt="0"/>
      <dgm:spPr/>
    </dgm:pt>
    <dgm:pt modelId="{321E241C-2D1B-43AC-A200-2824D65345B3}" type="pres">
      <dgm:prSet presAssocID="{31865083-F426-48A9-AA28-6FB40E651B9E}" presName="textRect" presStyleLbl="revTx" presStyleIdx="1" presStyleCnt="4">
        <dgm:presLayoutVars>
          <dgm:chMax val="1"/>
          <dgm:chPref val="1"/>
        </dgm:presLayoutVars>
      </dgm:prSet>
      <dgm:spPr/>
    </dgm:pt>
    <dgm:pt modelId="{E3BB2BE3-05D0-4499-8A16-E00FB65319BF}" type="pres">
      <dgm:prSet presAssocID="{FDE5E389-731B-4480-9D36-37DBCD9FCCEB}" presName="sibTrans" presStyleCnt="0"/>
      <dgm:spPr/>
    </dgm:pt>
    <dgm:pt modelId="{45D436C7-1A91-44C6-B158-847322A0A02B}" type="pres">
      <dgm:prSet presAssocID="{47FAF584-0D3F-4535-9075-7E2ED3A836EA}" presName="compNode" presStyleCnt="0"/>
      <dgm:spPr/>
    </dgm:pt>
    <dgm:pt modelId="{5A8C55BD-4A86-4C12-98D2-67D3F94C49EE}" type="pres">
      <dgm:prSet presAssocID="{47FAF584-0D3F-4535-9075-7E2ED3A836E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FF2A407D-4C79-4F10-8EF8-D1C926FF2BF9}" type="pres">
      <dgm:prSet presAssocID="{47FAF584-0D3F-4535-9075-7E2ED3A836EA}" presName="spaceRect" presStyleCnt="0"/>
      <dgm:spPr/>
    </dgm:pt>
    <dgm:pt modelId="{6AED200C-DC30-4A3F-AA7B-210EAC4E281F}" type="pres">
      <dgm:prSet presAssocID="{47FAF584-0D3F-4535-9075-7E2ED3A836EA}" presName="textRect" presStyleLbl="revTx" presStyleIdx="2" presStyleCnt="4">
        <dgm:presLayoutVars>
          <dgm:chMax val="1"/>
          <dgm:chPref val="1"/>
        </dgm:presLayoutVars>
      </dgm:prSet>
      <dgm:spPr/>
    </dgm:pt>
    <dgm:pt modelId="{D060C48B-7311-4D85-855E-6EDB11E0E3C3}" type="pres">
      <dgm:prSet presAssocID="{2BB80D8B-AA21-45D6-AC0A-CCD28CD1E7D2}" presName="sibTrans" presStyleCnt="0"/>
      <dgm:spPr/>
    </dgm:pt>
    <dgm:pt modelId="{ACDB79DD-424A-42EA-BC94-64256F244F62}" type="pres">
      <dgm:prSet presAssocID="{C48B23AC-1C47-4338-8C68-96D74EED2484}" presName="compNode" presStyleCnt="0"/>
      <dgm:spPr/>
    </dgm:pt>
    <dgm:pt modelId="{D4275104-C94E-4A51-B67B-084563616B00}" type="pres">
      <dgm:prSet presAssocID="{C48B23AC-1C47-4338-8C68-96D74EED248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73111604-BF9A-4DB0-B380-2A4BBFF2A7E1}" type="pres">
      <dgm:prSet presAssocID="{C48B23AC-1C47-4338-8C68-96D74EED2484}" presName="spaceRect" presStyleCnt="0"/>
      <dgm:spPr/>
    </dgm:pt>
    <dgm:pt modelId="{F2AA8B7A-9A47-4047-BA58-547151C1278A}" type="pres">
      <dgm:prSet presAssocID="{C48B23AC-1C47-4338-8C68-96D74EED24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650FB32-FA7E-4C9F-A27D-75D3F6379DFE}" srcId="{3AE6E394-E9EC-4F17-8D5C-EC9F48AF42BC}" destId="{C48B23AC-1C47-4338-8C68-96D74EED2484}" srcOrd="3" destOrd="0" parTransId="{A1307CBA-CF07-42AE-8EE9-91847FD1F6C3}" sibTransId="{29B12EB3-B82C-4851-811D-0C46E1AE4E25}"/>
    <dgm:cxn modelId="{1883313C-4BD7-4142-B19C-078B855E402C}" type="presOf" srcId="{47FAF584-0D3F-4535-9075-7E2ED3A836EA}" destId="{6AED200C-DC30-4A3F-AA7B-210EAC4E281F}" srcOrd="0" destOrd="0" presId="urn:microsoft.com/office/officeart/2018/2/layout/IconLabelList"/>
    <dgm:cxn modelId="{EA4FBA50-467A-467E-B974-1C3BB86CCE61}" type="presOf" srcId="{C48B23AC-1C47-4338-8C68-96D74EED2484}" destId="{F2AA8B7A-9A47-4047-BA58-547151C1278A}" srcOrd="0" destOrd="0" presId="urn:microsoft.com/office/officeart/2018/2/layout/IconLabelList"/>
    <dgm:cxn modelId="{B3D5A457-DC6A-4D57-9DD2-917093BA72C9}" type="presOf" srcId="{ED504F20-9B7C-4F49-B5F9-89A3C4239BDA}" destId="{4209CF26-DD00-4947-A54A-91E43F409A89}" srcOrd="0" destOrd="0" presId="urn:microsoft.com/office/officeart/2018/2/layout/IconLabelList"/>
    <dgm:cxn modelId="{6735B379-D0D4-4803-88B7-A10EC16221FC}" srcId="{3AE6E394-E9EC-4F17-8D5C-EC9F48AF42BC}" destId="{31865083-F426-48A9-AA28-6FB40E651B9E}" srcOrd="1" destOrd="0" parTransId="{CC060751-12E2-4608-A317-D5D36E01E2FB}" sibTransId="{FDE5E389-731B-4480-9D36-37DBCD9FCCEB}"/>
    <dgm:cxn modelId="{549D96C7-2011-44BF-B83E-D1890DE64A3B}" srcId="{3AE6E394-E9EC-4F17-8D5C-EC9F48AF42BC}" destId="{ED504F20-9B7C-4F49-B5F9-89A3C4239BDA}" srcOrd="0" destOrd="0" parTransId="{FA292109-2FA7-4139-9E6D-21B572F746C4}" sibTransId="{EA0D8ABD-561E-4D61-B889-18086F693EC1}"/>
    <dgm:cxn modelId="{F599D3CD-F277-42D2-824F-8FDC0B456B58}" type="presOf" srcId="{31865083-F426-48A9-AA28-6FB40E651B9E}" destId="{321E241C-2D1B-43AC-A200-2824D65345B3}" srcOrd="0" destOrd="0" presId="urn:microsoft.com/office/officeart/2018/2/layout/IconLabelList"/>
    <dgm:cxn modelId="{2BE1CBD2-BA70-4271-BE32-E49113BF4A02}" type="presOf" srcId="{3AE6E394-E9EC-4F17-8D5C-EC9F48AF42BC}" destId="{B2102836-DBA1-4DE2-9E25-1DB5499BF41D}" srcOrd="0" destOrd="0" presId="urn:microsoft.com/office/officeart/2018/2/layout/IconLabelList"/>
    <dgm:cxn modelId="{68C23CDA-A256-44E8-ADD1-6FED172567FE}" srcId="{3AE6E394-E9EC-4F17-8D5C-EC9F48AF42BC}" destId="{47FAF584-0D3F-4535-9075-7E2ED3A836EA}" srcOrd="2" destOrd="0" parTransId="{F5F4BCD9-87E4-4940-ABBD-F73BBAEDBB7F}" sibTransId="{2BB80D8B-AA21-45D6-AC0A-CCD28CD1E7D2}"/>
    <dgm:cxn modelId="{17109303-6755-4EE7-A039-9F50FF4B2357}" type="presParOf" srcId="{B2102836-DBA1-4DE2-9E25-1DB5499BF41D}" destId="{440DF8E6-D36C-4CB8-B81E-B1C23C368C99}" srcOrd="0" destOrd="0" presId="urn:microsoft.com/office/officeart/2018/2/layout/IconLabelList"/>
    <dgm:cxn modelId="{85759A27-4AA8-4E75-92EB-47F3DFDCA1F7}" type="presParOf" srcId="{440DF8E6-D36C-4CB8-B81E-B1C23C368C99}" destId="{456BA09E-D1ED-4B5C-85F7-0497D5C5000C}" srcOrd="0" destOrd="0" presId="urn:microsoft.com/office/officeart/2018/2/layout/IconLabelList"/>
    <dgm:cxn modelId="{E8DBC1AE-5FA9-448C-8D44-52B08F2B8AD4}" type="presParOf" srcId="{440DF8E6-D36C-4CB8-B81E-B1C23C368C99}" destId="{4F89502B-83A8-4EED-8C87-D5874AB60573}" srcOrd="1" destOrd="0" presId="urn:microsoft.com/office/officeart/2018/2/layout/IconLabelList"/>
    <dgm:cxn modelId="{E918D721-1D5E-40F3-B924-94F0E3543073}" type="presParOf" srcId="{440DF8E6-D36C-4CB8-B81E-B1C23C368C99}" destId="{4209CF26-DD00-4947-A54A-91E43F409A89}" srcOrd="2" destOrd="0" presId="urn:microsoft.com/office/officeart/2018/2/layout/IconLabelList"/>
    <dgm:cxn modelId="{00CDA48B-5CD7-4245-88BC-BA5D4472DD9E}" type="presParOf" srcId="{B2102836-DBA1-4DE2-9E25-1DB5499BF41D}" destId="{9153EC0C-1839-4002-A8A8-C3EEEFFB98D3}" srcOrd="1" destOrd="0" presId="urn:microsoft.com/office/officeart/2018/2/layout/IconLabelList"/>
    <dgm:cxn modelId="{8184A183-DFB5-4F85-A193-36A3DA77A893}" type="presParOf" srcId="{B2102836-DBA1-4DE2-9E25-1DB5499BF41D}" destId="{4394A019-DFD2-481E-99D7-12915D25B066}" srcOrd="2" destOrd="0" presId="urn:microsoft.com/office/officeart/2018/2/layout/IconLabelList"/>
    <dgm:cxn modelId="{78FE0D65-01A3-4C0B-BF3A-88C619ED6950}" type="presParOf" srcId="{4394A019-DFD2-481E-99D7-12915D25B066}" destId="{523DF837-D809-4F00-8092-6664EE8211F7}" srcOrd="0" destOrd="0" presId="urn:microsoft.com/office/officeart/2018/2/layout/IconLabelList"/>
    <dgm:cxn modelId="{125022F6-5EB1-4212-8AD2-53570D4B820C}" type="presParOf" srcId="{4394A019-DFD2-481E-99D7-12915D25B066}" destId="{609B759A-348C-4094-8B91-CC11F17AD2F4}" srcOrd="1" destOrd="0" presId="urn:microsoft.com/office/officeart/2018/2/layout/IconLabelList"/>
    <dgm:cxn modelId="{6AE3EE24-49E5-4E3D-8CD1-1ABAA2AC10A2}" type="presParOf" srcId="{4394A019-DFD2-481E-99D7-12915D25B066}" destId="{321E241C-2D1B-43AC-A200-2824D65345B3}" srcOrd="2" destOrd="0" presId="urn:microsoft.com/office/officeart/2018/2/layout/IconLabelList"/>
    <dgm:cxn modelId="{AA177795-29CF-4881-A9C2-1AD29754366D}" type="presParOf" srcId="{B2102836-DBA1-4DE2-9E25-1DB5499BF41D}" destId="{E3BB2BE3-05D0-4499-8A16-E00FB65319BF}" srcOrd="3" destOrd="0" presId="urn:microsoft.com/office/officeart/2018/2/layout/IconLabelList"/>
    <dgm:cxn modelId="{035364DC-C532-4226-9B34-D948C17C7C48}" type="presParOf" srcId="{B2102836-DBA1-4DE2-9E25-1DB5499BF41D}" destId="{45D436C7-1A91-44C6-B158-847322A0A02B}" srcOrd="4" destOrd="0" presId="urn:microsoft.com/office/officeart/2018/2/layout/IconLabelList"/>
    <dgm:cxn modelId="{5388A910-B092-46CD-AB31-242598C6F5CB}" type="presParOf" srcId="{45D436C7-1A91-44C6-B158-847322A0A02B}" destId="{5A8C55BD-4A86-4C12-98D2-67D3F94C49EE}" srcOrd="0" destOrd="0" presId="urn:microsoft.com/office/officeart/2018/2/layout/IconLabelList"/>
    <dgm:cxn modelId="{7A3ACE65-469E-478A-8AC9-EEDC007806EC}" type="presParOf" srcId="{45D436C7-1A91-44C6-B158-847322A0A02B}" destId="{FF2A407D-4C79-4F10-8EF8-D1C926FF2BF9}" srcOrd="1" destOrd="0" presId="urn:microsoft.com/office/officeart/2018/2/layout/IconLabelList"/>
    <dgm:cxn modelId="{D912E03D-193B-4B89-95FF-013D79B68F3A}" type="presParOf" srcId="{45D436C7-1A91-44C6-B158-847322A0A02B}" destId="{6AED200C-DC30-4A3F-AA7B-210EAC4E281F}" srcOrd="2" destOrd="0" presId="urn:microsoft.com/office/officeart/2018/2/layout/IconLabelList"/>
    <dgm:cxn modelId="{2E38B924-4889-4D1F-BBBE-F3371DFE32EE}" type="presParOf" srcId="{B2102836-DBA1-4DE2-9E25-1DB5499BF41D}" destId="{D060C48B-7311-4D85-855E-6EDB11E0E3C3}" srcOrd="5" destOrd="0" presId="urn:microsoft.com/office/officeart/2018/2/layout/IconLabelList"/>
    <dgm:cxn modelId="{68ED2C46-BA2D-4F94-B284-6C1BB9B78364}" type="presParOf" srcId="{B2102836-DBA1-4DE2-9E25-1DB5499BF41D}" destId="{ACDB79DD-424A-42EA-BC94-64256F244F62}" srcOrd="6" destOrd="0" presId="urn:microsoft.com/office/officeart/2018/2/layout/IconLabelList"/>
    <dgm:cxn modelId="{FCBBF9DF-51E9-4564-986E-8913883D1467}" type="presParOf" srcId="{ACDB79DD-424A-42EA-BC94-64256F244F62}" destId="{D4275104-C94E-4A51-B67B-084563616B00}" srcOrd="0" destOrd="0" presId="urn:microsoft.com/office/officeart/2018/2/layout/IconLabelList"/>
    <dgm:cxn modelId="{8435FAAD-9110-4C8A-AAAD-0FC0BE5337FE}" type="presParOf" srcId="{ACDB79DD-424A-42EA-BC94-64256F244F62}" destId="{73111604-BF9A-4DB0-B380-2A4BBFF2A7E1}" srcOrd="1" destOrd="0" presId="urn:microsoft.com/office/officeart/2018/2/layout/IconLabelList"/>
    <dgm:cxn modelId="{D62ED5F1-6790-48B3-8BB7-F714E5622D42}" type="presParOf" srcId="{ACDB79DD-424A-42EA-BC94-64256F244F62}" destId="{F2AA8B7A-9A47-4047-BA58-547151C127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0397B7-81BE-4E07-A208-A6CE7C0767A5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49AE4B-2F9A-487A-A843-13E9032F0677}">
      <dgm:prSet/>
      <dgm:spPr/>
      <dgm:t>
        <a:bodyPr/>
        <a:lstStyle/>
        <a:p>
          <a:r>
            <a:rPr lang="en-US"/>
            <a:t>Backend: Node.js, Express, MongoDB.</a:t>
          </a:r>
        </a:p>
      </dgm:t>
    </dgm:pt>
    <dgm:pt modelId="{0BA14B21-4995-412A-9D97-2B74EC26D2A5}" type="parTrans" cxnId="{5F116AEF-5B66-4978-ACE5-C890A726DDD8}">
      <dgm:prSet/>
      <dgm:spPr/>
      <dgm:t>
        <a:bodyPr/>
        <a:lstStyle/>
        <a:p>
          <a:endParaRPr lang="en-US"/>
        </a:p>
      </dgm:t>
    </dgm:pt>
    <dgm:pt modelId="{18B6CCFF-A1CF-412D-A625-9F6F6B7FA447}" type="sibTrans" cxnId="{5F116AEF-5B66-4978-ACE5-C890A726DDD8}">
      <dgm:prSet/>
      <dgm:spPr/>
      <dgm:t>
        <a:bodyPr/>
        <a:lstStyle/>
        <a:p>
          <a:endParaRPr lang="en-US"/>
        </a:p>
      </dgm:t>
    </dgm:pt>
    <dgm:pt modelId="{AF639559-E401-4343-9439-3B944644B96A}">
      <dgm:prSet/>
      <dgm:spPr/>
      <dgm:t>
        <a:bodyPr/>
        <a:lstStyle/>
        <a:p>
          <a:r>
            <a:rPr lang="en-US"/>
            <a:t>Frontend: React with Vite for fast UI performance.</a:t>
          </a:r>
        </a:p>
      </dgm:t>
    </dgm:pt>
    <dgm:pt modelId="{22951F46-12F1-4D1A-B60A-A73A49A065E3}" type="parTrans" cxnId="{60DDFAED-3C31-4266-B6D8-76F8FAB9E7A0}">
      <dgm:prSet/>
      <dgm:spPr/>
      <dgm:t>
        <a:bodyPr/>
        <a:lstStyle/>
        <a:p>
          <a:endParaRPr lang="en-US"/>
        </a:p>
      </dgm:t>
    </dgm:pt>
    <dgm:pt modelId="{76403616-D4EC-4C28-A85D-2838034C6CD4}" type="sibTrans" cxnId="{60DDFAED-3C31-4266-B6D8-76F8FAB9E7A0}">
      <dgm:prSet/>
      <dgm:spPr/>
      <dgm:t>
        <a:bodyPr/>
        <a:lstStyle/>
        <a:p>
          <a:endParaRPr lang="en-US"/>
        </a:p>
      </dgm:t>
    </dgm:pt>
    <dgm:pt modelId="{981D979C-DB7C-428D-9DA1-320CD1DEFE71}">
      <dgm:prSet/>
      <dgm:spPr/>
      <dgm:t>
        <a:bodyPr/>
        <a:lstStyle/>
        <a:p>
          <a:r>
            <a:rPr lang="en-US"/>
            <a:t>Real-time Socket.io updates for notifications and dashboards.</a:t>
          </a:r>
        </a:p>
      </dgm:t>
    </dgm:pt>
    <dgm:pt modelId="{01011ED7-ACFC-4A48-AC1D-1C7A4D587C57}" type="parTrans" cxnId="{4B4D8F2D-1A0F-4663-8847-3CAD1D24DD7A}">
      <dgm:prSet/>
      <dgm:spPr/>
      <dgm:t>
        <a:bodyPr/>
        <a:lstStyle/>
        <a:p>
          <a:endParaRPr lang="en-US"/>
        </a:p>
      </dgm:t>
    </dgm:pt>
    <dgm:pt modelId="{E66E64F2-8FD0-4841-B01E-8CF450A5E270}" type="sibTrans" cxnId="{4B4D8F2D-1A0F-4663-8847-3CAD1D24DD7A}">
      <dgm:prSet/>
      <dgm:spPr/>
      <dgm:t>
        <a:bodyPr/>
        <a:lstStyle/>
        <a:p>
          <a:endParaRPr lang="en-US"/>
        </a:p>
      </dgm:t>
    </dgm:pt>
    <dgm:pt modelId="{EE9C2792-E6DB-457F-AF24-C642D3E883F5}">
      <dgm:prSet/>
      <dgm:spPr/>
      <dgm:t>
        <a:bodyPr/>
        <a:lstStyle/>
        <a:p>
          <a:r>
            <a:rPr lang="en-US"/>
            <a:t>Indexes and pagination optimize search, listing, and dashboard speed.</a:t>
          </a:r>
        </a:p>
      </dgm:t>
    </dgm:pt>
    <dgm:pt modelId="{9776AA95-D5AF-459E-B064-9377B903EAE7}" type="parTrans" cxnId="{892CDA95-725A-476E-89F3-980D92646022}">
      <dgm:prSet/>
      <dgm:spPr/>
      <dgm:t>
        <a:bodyPr/>
        <a:lstStyle/>
        <a:p>
          <a:endParaRPr lang="en-US"/>
        </a:p>
      </dgm:t>
    </dgm:pt>
    <dgm:pt modelId="{B05A49CC-3DBB-458B-8A60-E5C24A10F144}" type="sibTrans" cxnId="{892CDA95-725A-476E-89F3-980D92646022}">
      <dgm:prSet/>
      <dgm:spPr/>
      <dgm:t>
        <a:bodyPr/>
        <a:lstStyle/>
        <a:p>
          <a:endParaRPr lang="en-US"/>
        </a:p>
      </dgm:t>
    </dgm:pt>
    <dgm:pt modelId="{988F6690-4906-4883-8608-ACF5F9FA94CD}" type="pres">
      <dgm:prSet presAssocID="{9E0397B7-81BE-4E07-A208-A6CE7C0767A5}" presName="Name0" presStyleCnt="0">
        <dgm:presLayoutVars>
          <dgm:dir/>
          <dgm:animLvl val="lvl"/>
          <dgm:resizeHandles val="exact"/>
        </dgm:presLayoutVars>
      </dgm:prSet>
      <dgm:spPr/>
    </dgm:pt>
    <dgm:pt modelId="{F68A6C6A-8D95-478A-8AE8-04BB037EC7D8}" type="pres">
      <dgm:prSet presAssocID="{9449AE4B-2F9A-487A-A843-13E9032F0677}" presName="linNode" presStyleCnt="0"/>
      <dgm:spPr/>
    </dgm:pt>
    <dgm:pt modelId="{34CCC6E9-83ED-45BA-88A2-082522A930AF}" type="pres">
      <dgm:prSet presAssocID="{9449AE4B-2F9A-487A-A843-13E9032F067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4C5B528-AA85-48A0-AEF5-392CDC96BAAE}" type="pres">
      <dgm:prSet presAssocID="{18B6CCFF-A1CF-412D-A625-9F6F6B7FA447}" presName="sp" presStyleCnt="0"/>
      <dgm:spPr/>
    </dgm:pt>
    <dgm:pt modelId="{E85F1579-7A42-4D6D-A485-8EA156B4681C}" type="pres">
      <dgm:prSet presAssocID="{AF639559-E401-4343-9439-3B944644B96A}" presName="linNode" presStyleCnt="0"/>
      <dgm:spPr/>
    </dgm:pt>
    <dgm:pt modelId="{28CA89AB-A470-4624-954E-3ABD96E9F217}" type="pres">
      <dgm:prSet presAssocID="{AF639559-E401-4343-9439-3B944644B96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FE7C7E5-66AE-4065-BF24-6EE669A87B18}" type="pres">
      <dgm:prSet presAssocID="{76403616-D4EC-4C28-A85D-2838034C6CD4}" presName="sp" presStyleCnt="0"/>
      <dgm:spPr/>
    </dgm:pt>
    <dgm:pt modelId="{80D5B69A-CC57-4AF8-AB22-6FFCDB5D00C1}" type="pres">
      <dgm:prSet presAssocID="{981D979C-DB7C-428D-9DA1-320CD1DEFE71}" presName="linNode" presStyleCnt="0"/>
      <dgm:spPr/>
    </dgm:pt>
    <dgm:pt modelId="{C1F17F35-B896-40DE-A788-88B1870519CF}" type="pres">
      <dgm:prSet presAssocID="{981D979C-DB7C-428D-9DA1-320CD1DEFE7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BC43C28-C9F1-4F9F-BACE-AD4352A3069C}" type="pres">
      <dgm:prSet presAssocID="{E66E64F2-8FD0-4841-B01E-8CF450A5E270}" presName="sp" presStyleCnt="0"/>
      <dgm:spPr/>
    </dgm:pt>
    <dgm:pt modelId="{2284AB42-5F4B-4C78-9576-BF7813263B0B}" type="pres">
      <dgm:prSet presAssocID="{EE9C2792-E6DB-457F-AF24-C642D3E883F5}" presName="linNode" presStyleCnt="0"/>
      <dgm:spPr/>
    </dgm:pt>
    <dgm:pt modelId="{496B9710-ADC5-44C2-A577-3B550278E25A}" type="pres">
      <dgm:prSet presAssocID="{EE9C2792-E6DB-457F-AF24-C642D3E883F5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48AAA11E-0971-4FDC-A000-B3FFA509BE3A}" type="presOf" srcId="{EE9C2792-E6DB-457F-AF24-C642D3E883F5}" destId="{496B9710-ADC5-44C2-A577-3B550278E25A}" srcOrd="0" destOrd="0" presId="urn:microsoft.com/office/officeart/2005/8/layout/vList5"/>
    <dgm:cxn modelId="{ED98581F-3C64-4EA5-98D9-33AA690D66EE}" type="presOf" srcId="{AF639559-E401-4343-9439-3B944644B96A}" destId="{28CA89AB-A470-4624-954E-3ABD96E9F217}" srcOrd="0" destOrd="0" presId="urn:microsoft.com/office/officeart/2005/8/layout/vList5"/>
    <dgm:cxn modelId="{4B4D8F2D-1A0F-4663-8847-3CAD1D24DD7A}" srcId="{9E0397B7-81BE-4E07-A208-A6CE7C0767A5}" destId="{981D979C-DB7C-428D-9DA1-320CD1DEFE71}" srcOrd="2" destOrd="0" parTransId="{01011ED7-ACFC-4A48-AC1D-1C7A4D587C57}" sibTransId="{E66E64F2-8FD0-4841-B01E-8CF450A5E270}"/>
    <dgm:cxn modelId="{BDFA9A5F-9DA4-4196-9753-9FF6F2C95AC4}" type="presOf" srcId="{9E0397B7-81BE-4E07-A208-A6CE7C0767A5}" destId="{988F6690-4906-4883-8608-ACF5F9FA94CD}" srcOrd="0" destOrd="0" presId="urn:microsoft.com/office/officeart/2005/8/layout/vList5"/>
    <dgm:cxn modelId="{D6068257-D540-44DC-9C25-A36B9AFECC20}" type="presOf" srcId="{981D979C-DB7C-428D-9DA1-320CD1DEFE71}" destId="{C1F17F35-B896-40DE-A788-88B1870519CF}" srcOrd="0" destOrd="0" presId="urn:microsoft.com/office/officeart/2005/8/layout/vList5"/>
    <dgm:cxn modelId="{892CDA95-725A-476E-89F3-980D92646022}" srcId="{9E0397B7-81BE-4E07-A208-A6CE7C0767A5}" destId="{EE9C2792-E6DB-457F-AF24-C642D3E883F5}" srcOrd="3" destOrd="0" parTransId="{9776AA95-D5AF-459E-B064-9377B903EAE7}" sibTransId="{B05A49CC-3DBB-458B-8A60-E5C24A10F144}"/>
    <dgm:cxn modelId="{60DDFAED-3C31-4266-B6D8-76F8FAB9E7A0}" srcId="{9E0397B7-81BE-4E07-A208-A6CE7C0767A5}" destId="{AF639559-E401-4343-9439-3B944644B96A}" srcOrd="1" destOrd="0" parTransId="{22951F46-12F1-4D1A-B60A-A73A49A065E3}" sibTransId="{76403616-D4EC-4C28-A85D-2838034C6CD4}"/>
    <dgm:cxn modelId="{5F116AEF-5B66-4978-ACE5-C890A726DDD8}" srcId="{9E0397B7-81BE-4E07-A208-A6CE7C0767A5}" destId="{9449AE4B-2F9A-487A-A843-13E9032F0677}" srcOrd="0" destOrd="0" parTransId="{0BA14B21-4995-412A-9D97-2B74EC26D2A5}" sibTransId="{18B6CCFF-A1CF-412D-A625-9F6F6B7FA447}"/>
    <dgm:cxn modelId="{FE8461F0-E1BE-4B69-974F-440FE8E4043E}" type="presOf" srcId="{9449AE4B-2F9A-487A-A843-13E9032F0677}" destId="{34CCC6E9-83ED-45BA-88A2-082522A930AF}" srcOrd="0" destOrd="0" presId="urn:microsoft.com/office/officeart/2005/8/layout/vList5"/>
    <dgm:cxn modelId="{B6CC0121-B65A-4AC0-8FE1-DEB6A3F1628B}" type="presParOf" srcId="{988F6690-4906-4883-8608-ACF5F9FA94CD}" destId="{F68A6C6A-8D95-478A-8AE8-04BB037EC7D8}" srcOrd="0" destOrd="0" presId="urn:microsoft.com/office/officeart/2005/8/layout/vList5"/>
    <dgm:cxn modelId="{A2F972A5-1694-4D7F-8BB9-5CC4D9DA75CB}" type="presParOf" srcId="{F68A6C6A-8D95-478A-8AE8-04BB037EC7D8}" destId="{34CCC6E9-83ED-45BA-88A2-082522A930AF}" srcOrd="0" destOrd="0" presId="urn:microsoft.com/office/officeart/2005/8/layout/vList5"/>
    <dgm:cxn modelId="{CDDD4970-1F9A-409C-8C05-A9B7D0A52BA4}" type="presParOf" srcId="{988F6690-4906-4883-8608-ACF5F9FA94CD}" destId="{C4C5B528-AA85-48A0-AEF5-392CDC96BAAE}" srcOrd="1" destOrd="0" presId="urn:microsoft.com/office/officeart/2005/8/layout/vList5"/>
    <dgm:cxn modelId="{6B5DFDC0-02CA-4220-84FB-C348CF371C5A}" type="presParOf" srcId="{988F6690-4906-4883-8608-ACF5F9FA94CD}" destId="{E85F1579-7A42-4D6D-A485-8EA156B4681C}" srcOrd="2" destOrd="0" presId="urn:microsoft.com/office/officeart/2005/8/layout/vList5"/>
    <dgm:cxn modelId="{1527581A-5DBF-44FF-93A2-D33A3498F2F4}" type="presParOf" srcId="{E85F1579-7A42-4D6D-A485-8EA156B4681C}" destId="{28CA89AB-A470-4624-954E-3ABD96E9F217}" srcOrd="0" destOrd="0" presId="urn:microsoft.com/office/officeart/2005/8/layout/vList5"/>
    <dgm:cxn modelId="{79671989-0E24-4FB9-9298-D927E16C17EA}" type="presParOf" srcId="{988F6690-4906-4883-8608-ACF5F9FA94CD}" destId="{7FE7C7E5-66AE-4065-BF24-6EE669A87B18}" srcOrd="3" destOrd="0" presId="urn:microsoft.com/office/officeart/2005/8/layout/vList5"/>
    <dgm:cxn modelId="{5BCEFF1B-DBEB-47F3-A478-0E475FCB21E8}" type="presParOf" srcId="{988F6690-4906-4883-8608-ACF5F9FA94CD}" destId="{80D5B69A-CC57-4AF8-AB22-6FFCDB5D00C1}" srcOrd="4" destOrd="0" presId="urn:microsoft.com/office/officeart/2005/8/layout/vList5"/>
    <dgm:cxn modelId="{BEBB7E56-B969-4F8A-966B-CB2AFB252517}" type="presParOf" srcId="{80D5B69A-CC57-4AF8-AB22-6FFCDB5D00C1}" destId="{C1F17F35-B896-40DE-A788-88B1870519CF}" srcOrd="0" destOrd="0" presId="urn:microsoft.com/office/officeart/2005/8/layout/vList5"/>
    <dgm:cxn modelId="{D28BC6EE-CF7F-47CD-AB48-BE83FBA2F0D2}" type="presParOf" srcId="{988F6690-4906-4883-8608-ACF5F9FA94CD}" destId="{3BC43C28-C9F1-4F9F-BACE-AD4352A3069C}" srcOrd="5" destOrd="0" presId="urn:microsoft.com/office/officeart/2005/8/layout/vList5"/>
    <dgm:cxn modelId="{56AF24B6-9781-46F4-86D9-D2306634E412}" type="presParOf" srcId="{988F6690-4906-4883-8608-ACF5F9FA94CD}" destId="{2284AB42-5F4B-4C78-9576-BF7813263B0B}" srcOrd="6" destOrd="0" presId="urn:microsoft.com/office/officeart/2005/8/layout/vList5"/>
    <dgm:cxn modelId="{55732A15-B88B-4F74-A5FF-1A13B6B0200E}" type="presParOf" srcId="{2284AB42-5F4B-4C78-9576-BF7813263B0B}" destId="{496B9710-ADC5-44C2-A577-3B550278E25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DBD8C46-A2A8-4FC2-895D-BB1FA9ED37A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D24FC43-26BE-487B-B271-01B91A335851}">
      <dgm:prSet/>
      <dgm:spPr/>
      <dgm:t>
        <a:bodyPr/>
        <a:lstStyle/>
        <a:p>
          <a:pPr>
            <a:defRPr cap="all"/>
          </a:pPr>
          <a:r>
            <a:rPr lang="en-US"/>
            <a:t>Reduces time spent by employers reviewing irrelevant applications.</a:t>
          </a:r>
        </a:p>
      </dgm:t>
    </dgm:pt>
    <dgm:pt modelId="{FEAB5B8F-EC50-4B19-A17F-8F1AD47D806F}" type="parTrans" cxnId="{E451B243-81A1-4E33-9D6D-D0E5D7DF26E2}">
      <dgm:prSet/>
      <dgm:spPr/>
      <dgm:t>
        <a:bodyPr/>
        <a:lstStyle/>
        <a:p>
          <a:endParaRPr lang="en-US"/>
        </a:p>
      </dgm:t>
    </dgm:pt>
    <dgm:pt modelId="{152FCB03-4F8F-4FE6-8170-7C9BF887DECD}" type="sibTrans" cxnId="{E451B243-81A1-4E33-9D6D-D0E5D7DF26E2}">
      <dgm:prSet/>
      <dgm:spPr/>
      <dgm:t>
        <a:bodyPr/>
        <a:lstStyle/>
        <a:p>
          <a:endParaRPr lang="en-US"/>
        </a:p>
      </dgm:t>
    </dgm:pt>
    <dgm:pt modelId="{1C2CF696-382A-4999-927B-A40831D5C17A}">
      <dgm:prSet/>
      <dgm:spPr/>
      <dgm:t>
        <a:bodyPr/>
        <a:lstStyle/>
        <a:p>
          <a:pPr>
            <a:defRPr cap="all"/>
          </a:pPr>
          <a:r>
            <a:rPr lang="en-US"/>
            <a:t>Improves job search accuracy for candidates.</a:t>
          </a:r>
        </a:p>
      </dgm:t>
    </dgm:pt>
    <dgm:pt modelId="{45DCCC95-0584-4E04-BC87-CC1428A1B665}" type="parTrans" cxnId="{E892E728-73D7-4599-BDA4-6440A3A6450D}">
      <dgm:prSet/>
      <dgm:spPr/>
      <dgm:t>
        <a:bodyPr/>
        <a:lstStyle/>
        <a:p>
          <a:endParaRPr lang="en-US"/>
        </a:p>
      </dgm:t>
    </dgm:pt>
    <dgm:pt modelId="{23BEBAA7-E35C-4BA4-A62E-AA1594FEF169}" type="sibTrans" cxnId="{E892E728-73D7-4599-BDA4-6440A3A6450D}">
      <dgm:prSet/>
      <dgm:spPr/>
      <dgm:t>
        <a:bodyPr/>
        <a:lstStyle/>
        <a:p>
          <a:endParaRPr lang="en-US"/>
        </a:p>
      </dgm:t>
    </dgm:pt>
    <dgm:pt modelId="{CF44A8AE-B334-4CB7-8C94-B57094C3B89D}">
      <dgm:prSet/>
      <dgm:spPr/>
      <dgm:t>
        <a:bodyPr/>
        <a:lstStyle/>
        <a:p>
          <a:pPr>
            <a:defRPr cap="all"/>
          </a:pPr>
          <a:r>
            <a:rPr lang="en-US"/>
            <a:t>Makes hiring decisions more data-driven and transparent.</a:t>
          </a:r>
        </a:p>
      </dgm:t>
    </dgm:pt>
    <dgm:pt modelId="{A5E35386-9672-458E-8986-DA5C6743E6DA}" type="parTrans" cxnId="{6ED3129B-8230-4B61-A1F6-218784ED774A}">
      <dgm:prSet/>
      <dgm:spPr/>
      <dgm:t>
        <a:bodyPr/>
        <a:lstStyle/>
        <a:p>
          <a:endParaRPr lang="en-US"/>
        </a:p>
      </dgm:t>
    </dgm:pt>
    <dgm:pt modelId="{10FCCC31-B501-4C51-98C0-5C45EF9DFB79}" type="sibTrans" cxnId="{6ED3129B-8230-4B61-A1F6-218784ED774A}">
      <dgm:prSet/>
      <dgm:spPr/>
      <dgm:t>
        <a:bodyPr/>
        <a:lstStyle/>
        <a:p>
          <a:endParaRPr lang="en-US"/>
        </a:p>
      </dgm:t>
    </dgm:pt>
    <dgm:pt modelId="{087AD23F-95B0-4549-A40A-06B8023F14F1}">
      <dgm:prSet/>
      <dgm:spPr/>
      <dgm:t>
        <a:bodyPr/>
        <a:lstStyle/>
        <a:p>
          <a:pPr>
            <a:defRPr cap="all"/>
          </a:pPr>
          <a:r>
            <a:rPr lang="en-US"/>
            <a:t>Supports both local and international resume needs.</a:t>
          </a:r>
        </a:p>
      </dgm:t>
    </dgm:pt>
    <dgm:pt modelId="{93029A9B-81AC-43F1-A8C2-255D34F25D74}" type="parTrans" cxnId="{DAFEE162-C162-46FD-8DAA-2DD1B342EB99}">
      <dgm:prSet/>
      <dgm:spPr/>
      <dgm:t>
        <a:bodyPr/>
        <a:lstStyle/>
        <a:p>
          <a:endParaRPr lang="en-US"/>
        </a:p>
      </dgm:t>
    </dgm:pt>
    <dgm:pt modelId="{46A6C304-4A16-43B7-AE6F-FE9C3BE0A034}" type="sibTrans" cxnId="{DAFEE162-C162-46FD-8DAA-2DD1B342EB99}">
      <dgm:prSet/>
      <dgm:spPr/>
      <dgm:t>
        <a:bodyPr/>
        <a:lstStyle/>
        <a:p>
          <a:endParaRPr lang="en-US"/>
        </a:p>
      </dgm:t>
    </dgm:pt>
    <dgm:pt modelId="{56215B3D-FB2E-46E1-B8C7-72661DA9A5A7}" type="pres">
      <dgm:prSet presAssocID="{DDBD8C46-A2A8-4FC2-895D-BB1FA9ED37AD}" presName="root" presStyleCnt="0">
        <dgm:presLayoutVars>
          <dgm:dir/>
          <dgm:resizeHandles val="exact"/>
        </dgm:presLayoutVars>
      </dgm:prSet>
      <dgm:spPr/>
    </dgm:pt>
    <dgm:pt modelId="{C90D5E54-D276-4BDD-AF28-5785DD01B337}" type="pres">
      <dgm:prSet presAssocID="{DD24FC43-26BE-487B-B271-01B91A335851}" presName="compNode" presStyleCnt="0"/>
      <dgm:spPr/>
    </dgm:pt>
    <dgm:pt modelId="{2848214A-C0B0-4127-992C-806F8C97B8A7}" type="pres">
      <dgm:prSet presAssocID="{DD24FC43-26BE-487B-B271-01B91A335851}" presName="iconBgRect" presStyleLbl="bgShp" presStyleIdx="0" presStyleCnt="4"/>
      <dgm:spPr/>
    </dgm:pt>
    <dgm:pt modelId="{789955B2-CD54-43DE-8F02-B05BE052537F}" type="pres">
      <dgm:prSet presAssocID="{DD24FC43-26BE-487B-B271-01B91A33585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6C92395-8B9E-4F0E-99B5-1E3B9656A600}" type="pres">
      <dgm:prSet presAssocID="{DD24FC43-26BE-487B-B271-01B91A335851}" presName="spaceRect" presStyleCnt="0"/>
      <dgm:spPr/>
    </dgm:pt>
    <dgm:pt modelId="{30B0CB6E-9452-4BFB-87BD-86E323984245}" type="pres">
      <dgm:prSet presAssocID="{DD24FC43-26BE-487B-B271-01B91A335851}" presName="textRect" presStyleLbl="revTx" presStyleIdx="0" presStyleCnt="4">
        <dgm:presLayoutVars>
          <dgm:chMax val="1"/>
          <dgm:chPref val="1"/>
        </dgm:presLayoutVars>
      </dgm:prSet>
      <dgm:spPr/>
    </dgm:pt>
    <dgm:pt modelId="{75C264B5-ADE0-4E5D-855E-80A1532E74B0}" type="pres">
      <dgm:prSet presAssocID="{152FCB03-4F8F-4FE6-8170-7C9BF887DECD}" presName="sibTrans" presStyleCnt="0"/>
      <dgm:spPr/>
    </dgm:pt>
    <dgm:pt modelId="{6E2276D4-FD5C-4EA4-BC1B-7A49BD7BA978}" type="pres">
      <dgm:prSet presAssocID="{1C2CF696-382A-4999-927B-A40831D5C17A}" presName="compNode" presStyleCnt="0"/>
      <dgm:spPr/>
    </dgm:pt>
    <dgm:pt modelId="{24B56E5E-FD33-4D5A-A403-A873BBA18130}" type="pres">
      <dgm:prSet presAssocID="{1C2CF696-382A-4999-927B-A40831D5C17A}" presName="iconBgRect" presStyleLbl="bgShp" presStyleIdx="1" presStyleCnt="4"/>
      <dgm:spPr/>
    </dgm:pt>
    <dgm:pt modelId="{E52C12B9-7053-45E0-9D63-B21E5207C181}" type="pres">
      <dgm:prSet presAssocID="{1C2CF696-382A-4999-927B-A40831D5C17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1BA04C5-5711-4700-8C2A-0F0F5BE191E0}" type="pres">
      <dgm:prSet presAssocID="{1C2CF696-382A-4999-927B-A40831D5C17A}" presName="spaceRect" presStyleCnt="0"/>
      <dgm:spPr/>
    </dgm:pt>
    <dgm:pt modelId="{C11A5C89-7E6D-4F8E-94C9-87EBCB0D6437}" type="pres">
      <dgm:prSet presAssocID="{1C2CF696-382A-4999-927B-A40831D5C17A}" presName="textRect" presStyleLbl="revTx" presStyleIdx="1" presStyleCnt="4">
        <dgm:presLayoutVars>
          <dgm:chMax val="1"/>
          <dgm:chPref val="1"/>
        </dgm:presLayoutVars>
      </dgm:prSet>
      <dgm:spPr/>
    </dgm:pt>
    <dgm:pt modelId="{D2CCF6BB-ECD0-4406-8EB5-054ED5DE99F8}" type="pres">
      <dgm:prSet presAssocID="{23BEBAA7-E35C-4BA4-A62E-AA1594FEF169}" presName="sibTrans" presStyleCnt="0"/>
      <dgm:spPr/>
    </dgm:pt>
    <dgm:pt modelId="{0E2DDA87-089E-4345-B6DF-4220A0DFC130}" type="pres">
      <dgm:prSet presAssocID="{CF44A8AE-B334-4CB7-8C94-B57094C3B89D}" presName="compNode" presStyleCnt="0"/>
      <dgm:spPr/>
    </dgm:pt>
    <dgm:pt modelId="{33A385A5-7FED-41EB-B92D-EAED56A6796C}" type="pres">
      <dgm:prSet presAssocID="{CF44A8AE-B334-4CB7-8C94-B57094C3B89D}" presName="iconBgRect" presStyleLbl="bgShp" presStyleIdx="2" presStyleCnt="4"/>
      <dgm:spPr/>
    </dgm:pt>
    <dgm:pt modelId="{E4C3E49D-5FBC-4865-87F1-69EDE28F1955}" type="pres">
      <dgm:prSet presAssocID="{CF44A8AE-B334-4CB7-8C94-B57094C3B89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6325B59E-231F-4CA8-B5CD-21495D39B84D}" type="pres">
      <dgm:prSet presAssocID="{CF44A8AE-B334-4CB7-8C94-B57094C3B89D}" presName="spaceRect" presStyleCnt="0"/>
      <dgm:spPr/>
    </dgm:pt>
    <dgm:pt modelId="{576FEF11-8A26-4B53-ACAD-61F7AF8FFA15}" type="pres">
      <dgm:prSet presAssocID="{CF44A8AE-B334-4CB7-8C94-B57094C3B89D}" presName="textRect" presStyleLbl="revTx" presStyleIdx="2" presStyleCnt="4">
        <dgm:presLayoutVars>
          <dgm:chMax val="1"/>
          <dgm:chPref val="1"/>
        </dgm:presLayoutVars>
      </dgm:prSet>
      <dgm:spPr/>
    </dgm:pt>
    <dgm:pt modelId="{C788E623-D487-42E5-A277-2B8812871F31}" type="pres">
      <dgm:prSet presAssocID="{10FCCC31-B501-4C51-98C0-5C45EF9DFB79}" presName="sibTrans" presStyleCnt="0"/>
      <dgm:spPr/>
    </dgm:pt>
    <dgm:pt modelId="{EEDEE31F-28F0-463F-91D3-ADF2A31BC326}" type="pres">
      <dgm:prSet presAssocID="{087AD23F-95B0-4549-A40A-06B8023F14F1}" presName="compNode" presStyleCnt="0"/>
      <dgm:spPr/>
    </dgm:pt>
    <dgm:pt modelId="{2663F304-52ED-4BD2-86B7-5A8E7C34C489}" type="pres">
      <dgm:prSet presAssocID="{087AD23F-95B0-4549-A40A-06B8023F14F1}" presName="iconBgRect" presStyleLbl="bgShp" presStyleIdx="3" presStyleCnt="4"/>
      <dgm:spPr/>
    </dgm:pt>
    <dgm:pt modelId="{F27F86F1-D686-4EE7-B97A-547AED41E6E1}" type="pres">
      <dgm:prSet presAssocID="{087AD23F-95B0-4549-A40A-06B8023F14F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4A507322-73B0-4661-BB47-5946DACE9F61}" type="pres">
      <dgm:prSet presAssocID="{087AD23F-95B0-4549-A40A-06B8023F14F1}" presName="spaceRect" presStyleCnt="0"/>
      <dgm:spPr/>
    </dgm:pt>
    <dgm:pt modelId="{1309EA75-FD02-4E1A-9833-5757AA0A575C}" type="pres">
      <dgm:prSet presAssocID="{087AD23F-95B0-4549-A40A-06B8023F14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BBC0301-7008-4D3C-8707-DD1F7FCAFF82}" type="presOf" srcId="{087AD23F-95B0-4549-A40A-06B8023F14F1}" destId="{1309EA75-FD02-4E1A-9833-5757AA0A575C}" srcOrd="0" destOrd="0" presId="urn:microsoft.com/office/officeart/2018/5/layout/IconCircleLabelList"/>
    <dgm:cxn modelId="{307A5727-BD38-41F9-AF79-019F6F1F587F}" type="presOf" srcId="{DD24FC43-26BE-487B-B271-01B91A335851}" destId="{30B0CB6E-9452-4BFB-87BD-86E323984245}" srcOrd="0" destOrd="0" presId="urn:microsoft.com/office/officeart/2018/5/layout/IconCircleLabelList"/>
    <dgm:cxn modelId="{E892E728-73D7-4599-BDA4-6440A3A6450D}" srcId="{DDBD8C46-A2A8-4FC2-895D-BB1FA9ED37AD}" destId="{1C2CF696-382A-4999-927B-A40831D5C17A}" srcOrd="1" destOrd="0" parTransId="{45DCCC95-0584-4E04-BC87-CC1428A1B665}" sibTransId="{23BEBAA7-E35C-4BA4-A62E-AA1594FEF169}"/>
    <dgm:cxn modelId="{DAFEE162-C162-46FD-8DAA-2DD1B342EB99}" srcId="{DDBD8C46-A2A8-4FC2-895D-BB1FA9ED37AD}" destId="{087AD23F-95B0-4549-A40A-06B8023F14F1}" srcOrd="3" destOrd="0" parTransId="{93029A9B-81AC-43F1-A8C2-255D34F25D74}" sibTransId="{46A6C304-4A16-43B7-AE6F-FE9C3BE0A034}"/>
    <dgm:cxn modelId="{E451B243-81A1-4E33-9D6D-D0E5D7DF26E2}" srcId="{DDBD8C46-A2A8-4FC2-895D-BB1FA9ED37AD}" destId="{DD24FC43-26BE-487B-B271-01B91A335851}" srcOrd="0" destOrd="0" parTransId="{FEAB5B8F-EC50-4B19-A17F-8F1AD47D806F}" sibTransId="{152FCB03-4F8F-4FE6-8170-7C9BF887DECD}"/>
    <dgm:cxn modelId="{4506E943-DBA4-4013-B287-17E11F6D7035}" type="presOf" srcId="{DDBD8C46-A2A8-4FC2-895D-BB1FA9ED37AD}" destId="{56215B3D-FB2E-46E1-B8C7-72661DA9A5A7}" srcOrd="0" destOrd="0" presId="urn:microsoft.com/office/officeart/2018/5/layout/IconCircleLabelList"/>
    <dgm:cxn modelId="{A305F587-AAF3-43D2-8331-3877F516DEBB}" type="presOf" srcId="{CF44A8AE-B334-4CB7-8C94-B57094C3B89D}" destId="{576FEF11-8A26-4B53-ACAD-61F7AF8FFA15}" srcOrd="0" destOrd="0" presId="urn:microsoft.com/office/officeart/2018/5/layout/IconCircleLabelList"/>
    <dgm:cxn modelId="{CA05BF90-1000-4B4B-8FDB-29185AD920F6}" type="presOf" srcId="{1C2CF696-382A-4999-927B-A40831D5C17A}" destId="{C11A5C89-7E6D-4F8E-94C9-87EBCB0D6437}" srcOrd="0" destOrd="0" presId="urn:microsoft.com/office/officeart/2018/5/layout/IconCircleLabelList"/>
    <dgm:cxn modelId="{6ED3129B-8230-4B61-A1F6-218784ED774A}" srcId="{DDBD8C46-A2A8-4FC2-895D-BB1FA9ED37AD}" destId="{CF44A8AE-B334-4CB7-8C94-B57094C3B89D}" srcOrd="2" destOrd="0" parTransId="{A5E35386-9672-458E-8986-DA5C6743E6DA}" sibTransId="{10FCCC31-B501-4C51-98C0-5C45EF9DFB79}"/>
    <dgm:cxn modelId="{1C61704C-C6C4-41F8-89CE-F6B3378D2E0B}" type="presParOf" srcId="{56215B3D-FB2E-46E1-B8C7-72661DA9A5A7}" destId="{C90D5E54-D276-4BDD-AF28-5785DD01B337}" srcOrd="0" destOrd="0" presId="urn:microsoft.com/office/officeart/2018/5/layout/IconCircleLabelList"/>
    <dgm:cxn modelId="{8C428BC2-2B11-4D74-AB61-918C7DA6E2A8}" type="presParOf" srcId="{C90D5E54-D276-4BDD-AF28-5785DD01B337}" destId="{2848214A-C0B0-4127-992C-806F8C97B8A7}" srcOrd="0" destOrd="0" presId="urn:microsoft.com/office/officeart/2018/5/layout/IconCircleLabelList"/>
    <dgm:cxn modelId="{3DB44F12-0CA3-4F94-8289-BEB6565E6CAE}" type="presParOf" srcId="{C90D5E54-D276-4BDD-AF28-5785DD01B337}" destId="{789955B2-CD54-43DE-8F02-B05BE052537F}" srcOrd="1" destOrd="0" presId="urn:microsoft.com/office/officeart/2018/5/layout/IconCircleLabelList"/>
    <dgm:cxn modelId="{96FBA92D-98AC-4162-B31C-B3FFA4986A13}" type="presParOf" srcId="{C90D5E54-D276-4BDD-AF28-5785DD01B337}" destId="{36C92395-8B9E-4F0E-99B5-1E3B9656A600}" srcOrd="2" destOrd="0" presId="urn:microsoft.com/office/officeart/2018/5/layout/IconCircleLabelList"/>
    <dgm:cxn modelId="{821B968A-C742-4621-A6DB-8DB9C092C82B}" type="presParOf" srcId="{C90D5E54-D276-4BDD-AF28-5785DD01B337}" destId="{30B0CB6E-9452-4BFB-87BD-86E323984245}" srcOrd="3" destOrd="0" presId="urn:microsoft.com/office/officeart/2018/5/layout/IconCircleLabelList"/>
    <dgm:cxn modelId="{7DD0865B-8363-4911-A12F-EA6B6EC6710B}" type="presParOf" srcId="{56215B3D-FB2E-46E1-B8C7-72661DA9A5A7}" destId="{75C264B5-ADE0-4E5D-855E-80A1532E74B0}" srcOrd="1" destOrd="0" presId="urn:microsoft.com/office/officeart/2018/5/layout/IconCircleLabelList"/>
    <dgm:cxn modelId="{274FB749-88B9-434F-B535-0954614BAD00}" type="presParOf" srcId="{56215B3D-FB2E-46E1-B8C7-72661DA9A5A7}" destId="{6E2276D4-FD5C-4EA4-BC1B-7A49BD7BA978}" srcOrd="2" destOrd="0" presId="urn:microsoft.com/office/officeart/2018/5/layout/IconCircleLabelList"/>
    <dgm:cxn modelId="{916E59B6-7EC8-4A7A-9491-CB54BDC7EDB6}" type="presParOf" srcId="{6E2276D4-FD5C-4EA4-BC1B-7A49BD7BA978}" destId="{24B56E5E-FD33-4D5A-A403-A873BBA18130}" srcOrd="0" destOrd="0" presId="urn:microsoft.com/office/officeart/2018/5/layout/IconCircleLabelList"/>
    <dgm:cxn modelId="{B2D28B0C-C182-439C-A803-3973D974DAA3}" type="presParOf" srcId="{6E2276D4-FD5C-4EA4-BC1B-7A49BD7BA978}" destId="{E52C12B9-7053-45E0-9D63-B21E5207C181}" srcOrd="1" destOrd="0" presId="urn:microsoft.com/office/officeart/2018/5/layout/IconCircleLabelList"/>
    <dgm:cxn modelId="{677D23FB-B2C1-4034-9E57-F93377362E86}" type="presParOf" srcId="{6E2276D4-FD5C-4EA4-BC1B-7A49BD7BA978}" destId="{71BA04C5-5711-4700-8C2A-0F0F5BE191E0}" srcOrd="2" destOrd="0" presId="urn:microsoft.com/office/officeart/2018/5/layout/IconCircleLabelList"/>
    <dgm:cxn modelId="{C5B0140F-F6A4-4EDD-A098-1CA65E74FBF0}" type="presParOf" srcId="{6E2276D4-FD5C-4EA4-BC1B-7A49BD7BA978}" destId="{C11A5C89-7E6D-4F8E-94C9-87EBCB0D6437}" srcOrd="3" destOrd="0" presId="urn:microsoft.com/office/officeart/2018/5/layout/IconCircleLabelList"/>
    <dgm:cxn modelId="{7F44F5D9-CB64-405D-A8E4-3B000763C235}" type="presParOf" srcId="{56215B3D-FB2E-46E1-B8C7-72661DA9A5A7}" destId="{D2CCF6BB-ECD0-4406-8EB5-054ED5DE99F8}" srcOrd="3" destOrd="0" presId="urn:microsoft.com/office/officeart/2018/5/layout/IconCircleLabelList"/>
    <dgm:cxn modelId="{FCA64695-4AB0-4F21-A252-3F849A47D60A}" type="presParOf" srcId="{56215B3D-FB2E-46E1-B8C7-72661DA9A5A7}" destId="{0E2DDA87-089E-4345-B6DF-4220A0DFC130}" srcOrd="4" destOrd="0" presId="urn:microsoft.com/office/officeart/2018/5/layout/IconCircleLabelList"/>
    <dgm:cxn modelId="{8A137EFF-A2F5-4E9D-8AB9-CFEBF6A79DB3}" type="presParOf" srcId="{0E2DDA87-089E-4345-B6DF-4220A0DFC130}" destId="{33A385A5-7FED-41EB-B92D-EAED56A6796C}" srcOrd="0" destOrd="0" presId="urn:microsoft.com/office/officeart/2018/5/layout/IconCircleLabelList"/>
    <dgm:cxn modelId="{34047FEE-E89E-4BC9-8A57-8DBCC3071C29}" type="presParOf" srcId="{0E2DDA87-089E-4345-B6DF-4220A0DFC130}" destId="{E4C3E49D-5FBC-4865-87F1-69EDE28F1955}" srcOrd="1" destOrd="0" presId="urn:microsoft.com/office/officeart/2018/5/layout/IconCircleLabelList"/>
    <dgm:cxn modelId="{28A3E9E9-95A1-4DFB-92EF-697DBB1EE3F0}" type="presParOf" srcId="{0E2DDA87-089E-4345-B6DF-4220A0DFC130}" destId="{6325B59E-231F-4CA8-B5CD-21495D39B84D}" srcOrd="2" destOrd="0" presId="urn:microsoft.com/office/officeart/2018/5/layout/IconCircleLabelList"/>
    <dgm:cxn modelId="{6054AE32-BFA6-4AFB-AFBE-38A65DB7307C}" type="presParOf" srcId="{0E2DDA87-089E-4345-B6DF-4220A0DFC130}" destId="{576FEF11-8A26-4B53-ACAD-61F7AF8FFA15}" srcOrd="3" destOrd="0" presId="urn:microsoft.com/office/officeart/2018/5/layout/IconCircleLabelList"/>
    <dgm:cxn modelId="{5042A757-C924-4D8E-82A0-4F45A0C84DAE}" type="presParOf" srcId="{56215B3D-FB2E-46E1-B8C7-72661DA9A5A7}" destId="{C788E623-D487-42E5-A277-2B8812871F31}" srcOrd="5" destOrd="0" presId="urn:microsoft.com/office/officeart/2018/5/layout/IconCircleLabelList"/>
    <dgm:cxn modelId="{3DD8089D-8B2D-4D13-9D5D-9FDEE47CFD69}" type="presParOf" srcId="{56215B3D-FB2E-46E1-B8C7-72661DA9A5A7}" destId="{EEDEE31F-28F0-463F-91D3-ADF2A31BC326}" srcOrd="6" destOrd="0" presId="urn:microsoft.com/office/officeart/2018/5/layout/IconCircleLabelList"/>
    <dgm:cxn modelId="{DC490677-445B-41C2-8AFC-054C48238123}" type="presParOf" srcId="{EEDEE31F-28F0-463F-91D3-ADF2A31BC326}" destId="{2663F304-52ED-4BD2-86B7-5A8E7C34C489}" srcOrd="0" destOrd="0" presId="urn:microsoft.com/office/officeart/2018/5/layout/IconCircleLabelList"/>
    <dgm:cxn modelId="{7A4EE342-2B83-44FC-9CFA-73F14F3668AB}" type="presParOf" srcId="{EEDEE31F-28F0-463F-91D3-ADF2A31BC326}" destId="{F27F86F1-D686-4EE7-B97A-547AED41E6E1}" srcOrd="1" destOrd="0" presId="urn:microsoft.com/office/officeart/2018/5/layout/IconCircleLabelList"/>
    <dgm:cxn modelId="{476AEF59-3961-4538-9346-99A0D9BE0D6D}" type="presParOf" srcId="{EEDEE31F-28F0-463F-91D3-ADF2A31BC326}" destId="{4A507322-73B0-4661-BB47-5946DACE9F61}" srcOrd="2" destOrd="0" presId="urn:microsoft.com/office/officeart/2018/5/layout/IconCircleLabelList"/>
    <dgm:cxn modelId="{E664B8A2-240F-4EC2-8629-E01AE00B3605}" type="presParOf" srcId="{EEDEE31F-28F0-463F-91D3-ADF2A31BC326}" destId="{1309EA75-FD02-4E1A-9833-5757AA0A57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78F34E-F88C-4F3A-B4CE-25264BEBA2B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A2E049B-2256-4C2D-87D5-C644FCDFCF57}">
      <dgm:prSet/>
      <dgm:spPr/>
      <dgm:t>
        <a:bodyPr/>
        <a:lstStyle/>
        <a:p>
          <a:r>
            <a:rPr lang="en-US"/>
            <a:t>Native PDF resume export and richer resume templates.</a:t>
          </a:r>
        </a:p>
      </dgm:t>
    </dgm:pt>
    <dgm:pt modelId="{611314F9-7C6A-4F05-93B0-BC95D4D9339E}" type="parTrans" cxnId="{7744C6CA-8C6D-4905-A154-76CAB4E9095F}">
      <dgm:prSet/>
      <dgm:spPr/>
      <dgm:t>
        <a:bodyPr/>
        <a:lstStyle/>
        <a:p>
          <a:endParaRPr lang="en-US"/>
        </a:p>
      </dgm:t>
    </dgm:pt>
    <dgm:pt modelId="{0814008F-4169-48E8-A121-E737B7B474CA}" type="sibTrans" cxnId="{7744C6CA-8C6D-4905-A154-76CAB4E9095F}">
      <dgm:prSet/>
      <dgm:spPr/>
      <dgm:t>
        <a:bodyPr/>
        <a:lstStyle/>
        <a:p>
          <a:endParaRPr lang="en-US"/>
        </a:p>
      </dgm:t>
    </dgm:pt>
    <dgm:pt modelId="{73E1819D-2240-453C-8249-5A2BF2657D37}">
      <dgm:prSet/>
      <dgm:spPr/>
      <dgm:t>
        <a:bodyPr/>
        <a:lstStyle/>
        <a:p>
          <a:r>
            <a:rPr lang="en-US"/>
            <a:t>Email notifications and candidate messaging improvements.</a:t>
          </a:r>
        </a:p>
      </dgm:t>
    </dgm:pt>
    <dgm:pt modelId="{AEEE5D34-19C7-447B-827D-93044CCEA146}" type="parTrans" cxnId="{8CE20542-3DC2-4010-AFFF-13CE38F0B01B}">
      <dgm:prSet/>
      <dgm:spPr/>
      <dgm:t>
        <a:bodyPr/>
        <a:lstStyle/>
        <a:p>
          <a:endParaRPr lang="en-US"/>
        </a:p>
      </dgm:t>
    </dgm:pt>
    <dgm:pt modelId="{F3325338-118B-42FF-975C-4D36C7D124F4}" type="sibTrans" cxnId="{8CE20542-3DC2-4010-AFFF-13CE38F0B01B}">
      <dgm:prSet/>
      <dgm:spPr/>
      <dgm:t>
        <a:bodyPr/>
        <a:lstStyle/>
        <a:p>
          <a:endParaRPr lang="en-US"/>
        </a:p>
      </dgm:t>
    </dgm:pt>
    <dgm:pt modelId="{1AA7C694-FC0F-48AC-8BFD-620F438C6C4E}">
      <dgm:prSet/>
      <dgm:spPr/>
      <dgm:t>
        <a:bodyPr/>
        <a:lstStyle/>
        <a:p>
          <a:r>
            <a:rPr lang="en-US"/>
            <a:t>AI-driven resume optimization and interview preparation tools.</a:t>
          </a:r>
        </a:p>
      </dgm:t>
    </dgm:pt>
    <dgm:pt modelId="{FEEDED58-CB8A-45B7-B9FD-27004B5CA8E0}" type="parTrans" cxnId="{345D1AF2-B21E-4095-B179-455BF87CDD67}">
      <dgm:prSet/>
      <dgm:spPr/>
      <dgm:t>
        <a:bodyPr/>
        <a:lstStyle/>
        <a:p>
          <a:endParaRPr lang="en-US"/>
        </a:p>
      </dgm:t>
    </dgm:pt>
    <dgm:pt modelId="{A848D0BF-9899-4A63-B88D-52C56A9A4CD4}" type="sibTrans" cxnId="{345D1AF2-B21E-4095-B179-455BF87CDD67}">
      <dgm:prSet/>
      <dgm:spPr/>
      <dgm:t>
        <a:bodyPr/>
        <a:lstStyle/>
        <a:p>
          <a:endParaRPr lang="en-US"/>
        </a:p>
      </dgm:t>
    </dgm:pt>
    <dgm:pt modelId="{8A6025B5-9C46-4301-9F80-C52550283014}">
      <dgm:prSet/>
      <dgm:spPr/>
      <dgm:t>
        <a:bodyPr/>
        <a:lstStyle/>
        <a:p>
          <a:r>
            <a:rPr lang="en-US"/>
            <a:t>Multi-language support and expanded analytics dashboard.</a:t>
          </a:r>
        </a:p>
      </dgm:t>
    </dgm:pt>
    <dgm:pt modelId="{D26B0FC2-7F61-4669-95D3-B0B3FFF79872}" type="parTrans" cxnId="{11AA0EB7-C6CE-4709-AA3D-1B7754AD8C51}">
      <dgm:prSet/>
      <dgm:spPr/>
      <dgm:t>
        <a:bodyPr/>
        <a:lstStyle/>
        <a:p>
          <a:endParaRPr lang="en-US"/>
        </a:p>
      </dgm:t>
    </dgm:pt>
    <dgm:pt modelId="{0DFBF693-9D4D-4BCA-8C09-2DE96F503675}" type="sibTrans" cxnId="{11AA0EB7-C6CE-4709-AA3D-1B7754AD8C51}">
      <dgm:prSet/>
      <dgm:spPr/>
      <dgm:t>
        <a:bodyPr/>
        <a:lstStyle/>
        <a:p>
          <a:endParaRPr lang="en-US"/>
        </a:p>
      </dgm:t>
    </dgm:pt>
    <dgm:pt modelId="{DAF52BCD-2C76-4B9D-9982-A77D847CD953}" type="pres">
      <dgm:prSet presAssocID="{6978F34E-F88C-4F3A-B4CE-25264BEBA2B5}" presName="root" presStyleCnt="0">
        <dgm:presLayoutVars>
          <dgm:dir/>
          <dgm:resizeHandles val="exact"/>
        </dgm:presLayoutVars>
      </dgm:prSet>
      <dgm:spPr/>
    </dgm:pt>
    <dgm:pt modelId="{F541D0E4-449D-4E01-9025-D0919C510C3F}" type="pres">
      <dgm:prSet presAssocID="{6A2E049B-2256-4C2D-87D5-C644FCDFCF57}" presName="compNode" presStyleCnt="0"/>
      <dgm:spPr/>
    </dgm:pt>
    <dgm:pt modelId="{60494567-35A6-479F-A15C-63311B181ADC}" type="pres">
      <dgm:prSet presAssocID="{6A2E049B-2256-4C2D-87D5-C644FCDFCF5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AAA027DE-58B5-4853-B7ED-170DDF60C244}" type="pres">
      <dgm:prSet presAssocID="{6A2E049B-2256-4C2D-87D5-C644FCDFCF57}" presName="spaceRect" presStyleCnt="0"/>
      <dgm:spPr/>
    </dgm:pt>
    <dgm:pt modelId="{F2E520BB-8289-4DE7-ACEF-DC86F2601004}" type="pres">
      <dgm:prSet presAssocID="{6A2E049B-2256-4C2D-87D5-C644FCDFCF57}" presName="textRect" presStyleLbl="revTx" presStyleIdx="0" presStyleCnt="4">
        <dgm:presLayoutVars>
          <dgm:chMax val="1"/>
          <dgm:chPref val="1"/>
        </dgm:presLayoutVars>
      </dgm:prSet>
      <dgm:spPr/>
    </dgm:pt>
    <dgm:pt modelId="{F2D83DCC-A7EC-4B55-80B9-67F87FD48A9C}" type="pres">
      <dgm:prSet presAssocID="{0814008F-4169-48E8-A121-E737B7B474CA}" presName="sibTrans" presStyleCnt="0"/>
      <dgm:spPr/>
    </dgm:pt>
    <dgm:pt modelId="{12609A77-39C8-4F3E-BDAE-58DECA7D276C}" type="pres">
      <dgm:prSet presAssocID="{73E1819D-2240-453C-8249-5A2BF2657D37}" presName="compNode" presStyleCnt="0"/>
      <dgm:spPr/>
    </dgm:pt>
    <dgm:pt modelId="{7ABA72D6-A500-4C9D-A942-347C4DC50D35}" type="pres">
      <dgm:prSet presAssocID="{73E1819D-2240-453C-8249-5A2BF2657D3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E702C2FD-8059-4F68-838A-81468D225E02}" type="pres">
      <dgm:prSet presAssocID="{73E1819D-2240-453C-8249-5A2BF2657D37}" presName="spaceRect" presStyleCnt="0"/>
      <dgm:spPr/>
    </dgm:pt>
    <dgm:pt modelId="{685221CB-67D8-4845-A2AA-30DC7EEAB0CD}" type="pres">
      <dgm:prSet presAssocID="{73E1819D-2240-453C-8249-5A2BF2657D37}" presName="textRect" presStyleLbl="revTx" presStyleIdx="1" presStyleCnt="4">
        <dgm:presLayoutVars>
          <dgm:chMax val="1"/>
          <dgm:chPref val="1"/>
        </dgm:presLayoutVars>
      </dgm:prSet>
      <dgm:spPr/>
    </dgm:pt>
    <dgm:pt modelId="{6DD8F916-A530-4648-8B9E-225C622D0BED}" type="pres">
      <dgm:prSet presAssocID="{F3325338-118B-42FF-975C-4D36C7D124F4}" presName="sibTrans" presStyleCnt="0"/>
      <dgm:spPr/>
    </dgm:pt>
    <dgm:pt modelId="{1E190E46-AC75-4006-ADED-7E9803618A0F}" type="pres">
      <dgm:prSet presAssocID="{1AA7C694-FC0F-48AC-8BFD-620F438C6C4E}" presName="compNode" presStyleCnt="0"/>
      <dgm:spPr/>
    </dgm:pt>
    <dgm:pt modelId="{56BC4BAA-1F99-436D-82BB-ECBC66ACEA08}" type="pres">
      <dgm:prSet presAssocID="{1AA7C694-FC0F-48AC-8BFD-620F438C6C4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174EB51-E55F-40F3-ADE8-51A8D046E61B}" type="pres">
      <dgm:prSet presAssocID="{1AA7C694-FC0F-48AC-8BFD-620F438C6C4E}" presName="spaceRect" presStyleCnt="0"/>
      <dgm:spPr/>
    </dgm:pt>
    <dgm:pt modelId="{52D89D6E-C3DE-4BDC-9FB6-303774A1080D}" type="pres">
      <dgm:prSet presAssocID="{1AA7C694-FC0F-48AC-8BFD-620F438C6C4E}" presName="textRect" presStyleLbl="revTx" presStyleIdx="2" presStyleCnt="4">
        <dgm:presLayoutVars>
          <dgm:chMax val="1"/>
          <dgm:chPref val="1"/>
        </dgm:presLayoutVars>
      </dgm:prSet>
      <dgm:spPr/>
    </dgm:pt>
    <dgm:pt modelId="{6F09EE89-B2E5-4E17-9BA0-69B496D901D1}" type="pres">
      <dgm:prSet presAssocID="{A848D0BF-9899-4A63-B88D-52C56A9A4CD4}" presName="sibTrans" presStyleCnt="0"/>
      <dgm:spPr/>
    </dgm:pt>
    <dgm:pt modelId="{863C55FC-87C9-4AD6-85DF-34EA3878D1F7}" type="pres">
      <dgm:prSet presAssocID="{8A6025B5-9C46-4301-9F80-C52550283014}" presName="compNode" presStyleCnt="0"/>
      <dgm:spPr/>
    </dgm:pt>
    <dgm:pt modelId="{6D6D059A-3860-40F9-AD34-748B8500FEF0}" type="pres">
      <dgm:prSet presAssocID="{8A6025B5-9C46-4301-9F80-C5255028301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96E10AB-02BF-4E9C-825B-97C9B3916ECB}" type="pres">
      <dgm:prSet presAssocID="{8A6025B5-9C46-4301-9F80-C52550283014}" presName="spaceRect" presStyleCnt="0"/>
      <dgm:spPr/>
    </dgm:pt>
    <dgm:pt modelId="{E12C4657-6524-4B80-AC8F-D23B2911ADE8}" type="pres">
      <dgm:prSet presAssocID="{8A6025B5-9C46-4301-9F80-C5255028301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CE20542-3DC2-4010-AFFF-13CE38F0B01B}" srcId="{6978F34E-F88C-4F3A-B4CE-25264BEBA2B5}" destId="{73E1819D-2240-453C-8249-5A2BF2657D37}" srcOrd="1" destOrd="0" parTransId="{AEEE5D34-19C7-447B-827D-93044CCEA146}" sibTransId="{F3325338-118B-42FF-975C-4D36C7D124F4}"/>
    <dgm:cxn modelId="{45C66F52-02ED-4A88-A9C9-C48172A56477}" type="presOf" srcId="{73E1819D-2240-453C-8249-5A2BF2657D37}" destId="{685221CB-67D8-4845-A2AA-30DC7EEAB0CD}" srcOrd="0" destOrd="0" presId="urn:microsoft.com/office/officeart/2018/2/layout/IconLabelList"/>
    <dgm:cxn modelId="{75704E76-DCD7-4F12-BDCD-842D9E819364}" type="presOf" srcId="{8A6025B5-9C46-4301-9F80-C52550283014}" destId="{E12C4657-6524-4B80-AC8F-D23B2911ADE8}" srcOrd="0" destOrd="0" presId="urn:microsoft.com/office/officeart/2018/2/layout/IconLabelList"/>
    <dgm:cxn modelId="{D272BD8E-6252-4AE7-979D-8D15B89507BF}" type="presOf" srcId="{1AA7C694-FC0F-48AC-8BFD-620F438C6C4E}" destId="{52D89D6E-C3DE-4BDC-9FB6-303774A1080D}" srcOrd="0" destOrd="0" presId="urn:microsoft.com/office/officeart/2018/2/layout/IconLabelList"/>
    <dgm:cxn modelId="{11AA0EB7-C6CE-4709-AA3D-1B7754AD8C51}" srcId="{6978F34E-F88C-4F3A-B4CE-25264BEBA2B5}" destId="{8A6025B5-9C46-4301-9F80-C52550283014}" srcOrd="3" destOrd="0" parTransId="{D26B0FC2-7F61-4669-95D3-B0B3FFF79872}" sibTransId="{0DFBF693-9D4D-4BCA-8C09-2DE96F503675}"/>
    <dgm:cxn modelId="{63FF6EB8-C7A3-48CA-B49F-5ADAE2252263}" type="presOf" srcId="{6A2E049B-2256-4C2D-87D5-C644FCDFCF57}" destId="{F2E520BB-8289-4DE7-ACEF-DC86F2601004}" srcOrd="0" destOrd="0" presId="urn:microsoft.com/office/officeart/2018/2/layout/IconLabelList"/>
    <dgm:cxn modelId="{CBF26BC2-1EBE-4350-B465-86586E9EC6D3}" type="presOf" srcId="{6978F34E-F88C-4F3A-B4CE-25264BEBA2B5}" destId="{DAF52BCD-2C76-4B9D-9982-A77D847CD953}" srcOrd="0" destOrd="0" presId="urn:microsoft.com/office/officeart/2018/2/layout/IconLabelList"/>
    <dgm:cxn modelId="{7744C6CA-8C6D-4905-A154-76CAB4E9095F}" srcId="{6978F34E-F88C-4F3A-B4CE-25264BEBA2B5}" destId="{6A2E049B-2256-4C2D-87D5-C644FCDFCF57}" srcOrd="0" destOrd="0" parTransId="{611314F9-7C6A-4F05-93B0-BC95D4D9339E}" sibTransId="{0814008F-4169-48E8-A121-E737B7B474CA}"/>
    <dgm:cxn modelId="{345D1AF2-B21E-4095-B179-455BF87CDD67}" srcId="{6978F34E-F88C-4F3A-B4CE-25264BEBA2B5}" destId="{1AA7C694-FC0F-48AC-8BFD-620F438C6C4E}" srcOrd="2" destOrd="0" parTransId="{FEEDED58-CB8A-45B7-B9FD-27004B5CA8E0}" sibTransId="{A848D0BF-9899-4A63-B88D-52C56A9A4CD4}"/>
    <dgm:cxn modelId="{81C3CA0A-EFED-407C-B000-81E59BD34509}" type="presParOf" srcId="{DAF52BCD-2C76-4B9D-9982-A77D847CD953}" destId="{F541D0E4-449D-4E01-9025-D0919C510C3F}" srcOrd="0" destOrd="0" presId="urn:microsoft.com/office/officeart/2018/2/layout/IconLabelList"/>
    <dgm:cxn modelId="{6B123DE8-E508-4FC0-8462-C3A17AC897E7}" type="presParOf" srcId="{F541D0E4-449D-4E01-9025-D0919C510C3F}" destId="{60494567-35A6-479F-A15C-63311B181ADC}" srcOrd="0" destOrd="0" presId="urn:microsoft.com/office/officeart/2018/2/layout/IconLabelList"/>
    <dgm:cxn modelId="{E42AA35C-CA84-4557-87D3-AD9DD10E5301}" type="presParOf" srcId="{F541D0E4-449D-4E01-9025-D0919C510C3F}" destId="{AAA027DE-58B5-4853-B7ED-170DDF60C244}" srcOrd="1" destOrd="0" presId="urn:microsoft.com/office/officeart/2018/2/layout/IconLabelList"/>
    <dgm:cxn modelId="{CBA20E6B-ADE2-421F-8CBB-F234ED1526CB}" type="presParOf" srcId="{F541D0E4-449D-4E01-9025-D0919C510C3F}" destId="{F2E520BB-8289-4DE7-ACEF-DC86F2601004}" srcOrd="2" destOrd="0" presId="urn:microsoft.com/office/officeart/2018/2/layout/IconLabelList"/>
    <dgm:cxn modelId="{29E4E817-6CDA-4D00-8961-858A1D224D4F}" type="presParOf" srcId="{DAF52BCD-2C76-4B9D-9982-A77D847CD953}" destId="{F2D83DCC-A7EC-4B55-80B9-67F87FD48A9C}" srcOrd="1" destOrd="0" presId="urn:microsoft.com/office/officeart/2018/2/layout/IconLabelList"/>
    <dgm:cxn modelId="{88F2206D-F109-454F-8425-678489915016}" type="presParOf" srcId="{DAF52BCD-2C76-4B9D-9982-A77D847CD953}" destId="{12609A77-39C8-4F3E-BDAE-58DECA7D276C}" srcOrd="2" destOrd="0" presId="urn:microsoft.com/office/officeart/2018/2/layout/IconLabelList"/>
    <dgm:cxn modelId="{6EDA8FC7-4340-4B92-873B-67DFAF479B7C}" type="presParOf" srcId="{12609A77-39C8-4F3E-BDAE-58DECA7D276C}" destId="{7ABA72D6-A500-4C9D-A942-347C4DC50D35}" srcOrd="0" destOrd="0" presId="urn:microsoft.com/office/officeart/2018/2/layout/IconLabelList"/>
    <dgm:cxn modelId="{F62466AC-1A78-4B9C-A205-31872997D921}" type="presParOf" srcId="{12609A77-39C8-4F3E-BDAE-58DECA7D276C}" destId="{E702C2FD-8059-4F68-838A-81468D225E02}" srcOrd="1" destOrd="0" presId="urn:microsoft.com/office/officeart/2018/2/layout/IconLabelList"/>
    <dgm:cxn modelId="{07B9FA7A-9B79-4016-B609-65F88C2EE989}" type="presParOf" srcId="{12609A77-39C8-4F3E-BDAE-58DECA7D276C}" destId="{685221CB-67D8-4845-A2AA-30DC7EEAB0CD}" srcOrd="2" destOrd="0" presId="urn:microsoft.com/office/officeart/2018/2/layout/IconLabelList"/>
    <dgm:cxn modelId="{349B6DB9-E812-43E1-BE97-D6FC97751F8E}" type="presParOf" srcId="{DAF52BCD-2C76-4B9D-9982-A77D847CD953}" destId="{6DD8F916-A530-4648-8B9E-225C622D0BED}" srcOrd="3" destOrd="0" presId="urn:microsoft.com/office/officeart/2018/2/layout/IconLabelList"/>
    <dgm:cxn modelId="{803F00A7-4B4F-4E09-8C12-1CFDC551C43C}" type="presParOf" srcId="{DAF52BCD-2C76-4B9D-9982-A77D847CD953}" destId="{1E190E46-AC75-4006-ADED-7E9803618A0F}" srcOrd="4" destOrd="0" presId="urn:microsoft.com/office/officeart/2018/2/layout/IconLabelList"/>
    <dgm:cxn modelId="{E2AFE532-FA04-4CD6-BF66-8C68560F97DA}" type="presParOf" srcId="{1E190E46-AC75-4006-ADED-7E9803618A0F}" destId="{56BC4BAA-1F99-436D-82BB-ECBC66ACEA08}" srcOrd="0" destOrd="0" presId="urn:microsoft.com/office/officeart/2018/2/layout/IconLabelList"/>
    <dgm:cxn modelId="{34C51397-D4E1-4FDF-BCAC-FBAB32DF684B}" type="presParOf" srcId="{1E190E46-AC75-4006-ADED-7E9803618A0F}" destId="{F174EB51-E55F-40F3-ADE8-51A8D046E61B}" srcOrd="1" destOrd="0" presId="urn:microsoft.com/office/officeart/2018/2/layout/IconLabelList"/>
    <dgm:cxn modelId="{9C478FB9-9BDB-4406-A965-0E5B7FDC73AA}" type="presParOf" srcId="{1E190E46-AC75-4006-ADED-7E9803618A0F}" destId="{52D89D6E-C3DE-4BDC-9FB6-303774A1080D}" srcOrd="2" destOrd="0" presId="urn:microsoft.com/office/officeart/2018/2/layout/IconLabelList"/>
    <dgm:cxn modelId="{D3CD862F-C317-40C5-B163-D4B64E7DB291}" type="presParOf" srcId="{DAF52BCD-2C76-4B9D-9982-A77D847CD953}" destId="{6F09EE89-B2E5-4E17-9BA0-69B496D901D1}" srcOrd="5" destOrd="0" presId="urn:microsoft.com/office/officeart/2018/2/layout/IconLabelList"/>
    <dgm:cxn modelId="{3C5ADE1B-1FFB-4853-BC8E-490E77738EA0}" type="presParOf" srcId="{DAF52BCD-2C76-4B9D-9982-A77D847CD953}" destId="{863C55FC-87C9-4AD6-85DF-34EA3878D1F7}" srcOrd="6" destOrd="0" presId="urn:microsoft.com/office/officeart/2018/2/layout/IconLabelList"/>
    <dgm:cxn modelId="{D13887FB-613A-4BAD-B5E4-7A6815400A18}" type="presParOf" srcId="{863C55FC-87C9-4AD6-85DF-34EA3878D1F7}" destId="{6D6D059A-3860-40F9-AD34-748B8500FEF0}" srcOrd="0" destOrd="0" presId="urn:microsoft.com/office/officeart/2018/2/layout/IconLabelList"/>
    <dgm:cxn modelId="{E9DB5F12-2B09-4611-A985-8BE10E2F7C21}" type="presParOf" srcId="{863C55FC-87C9-4AD6-85DF-34EA3878D1F7}" destId="{096E10AB-02BF-4E9C-825B-97C9B3916ECB}" srcOrd="1" destOrd="0" presId="urn:microsoft.com/office/officeart/2018/2/layout/IconLabelList"/>
    <dgm:cxn modelId="{55AB100B-F1D2-4BD2-98A3-FA7004A25529}" type="presParOf" srcId="{863C55FC-87C9-4AD6-85DF-34EA3878D1F7}" destId="{E12C4657-6524-4B80-AC8F-D23B2911ADE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A8534EC-6F61-4FF5-8B4E-17A329CE71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A38618B-A518-4334-A05B-080BE43BF08D}">
      <dgm:prSet/>
      <dgm:spPr/>
      <dgm:t>
        <a:bodyPr/>
        <a:lstStyle/>
        <a:p>
          <a:r>
            <a:rPr lang="en-US"/>
            <a:t>ResuMatch brings smarter matching, better resumes, and faster hiring.</a:t>
          </a:r>
        </a:p>
      </dgm:t>
    </dgm:pt>
    <dgm:pt modelId="{98CDE2A7-BDBE-4709-944A-B0B2518D07E5}" type="parTrans" cxnId="{9AAF19EC-08B3-4C2A-8B29-0CE1CF6E09CE}">
      <dgm:prSet/>
      <dgm:spPr/>
      <dgm:t>
        <a:bodyPr/>
        <a:lstStyle/>
        <a:p>
          <a:endParaRPr lang="en-US"/>
        </a:p>
      </dgm:t>
    </dgm:pt>
    <dgm:pt modelId="{432ADE1B-0E44-45E1-AE49-08E2D13C5DC3}" type="sibTrans" cxnId="{9AAF19EC-08B3-4C2A-8B29-0CE1CF6E09CE}">
      <dgm:prSet/>
      <dgm:spPr/>
      <dgm:t>
        <a:bodyPr/>
        <a:lstStyle/>
        <a:p>
          <a:endParaRPr lang="en-US"/>
        </a:p>
      </dgm:t>
    </dgm:pt>
    <dgm:pt modelId="{D4777AA2-0075-4BD4-B1BC-DC8F9C0AFA06}">
      <dgm:prSet/>
      <dgm:spPr/>
      <dgm:t>
        <a:bodyPr/>
        <a:lstStyle/>
        <a:p>
          <a:r>
            <a:rPr lang="en-US"/>
            <a:t>Ready to demo the platform and answer your questions.</a:t>
          </a:r>
        </a:p>
      </dgm:t>
    </dgm:pt>
    <dgm:pt modelId="{8F4F87D3-B307-4D73-A683-67EBCFF9A902}" type="parTrans" cxnId="{5B624F8F-3E34-4069-B0F6-A37C13C57D36}">
      <dgm:prSet/>
      <dgm:spPr/>
      <dgm:t>
        <a:bodyPr/>
        <a:lstStyle/>
        <a:p>
          <a:endParaRPr lang="en-US"/>
        </a:p>
      </dgm:t>
    </dgm:pt>
    <dgm:pt modelId="{7850E54D-BFF9-4D95-A49A-5EE075FE6CB6}" type="sibTrans" cxnId="{5B624F8F-3E34-4069-B0F6-A37C13C57D36}">
      <dgm:prSet/>
      <dgm:spPr/>
      <dgm:t>
        <a:bodyPr/>
        <a:lstStyle/>
        <a:p>
          <a:endParaRPr lang="en-US"/>
        </a:p>
      </dgm:t>
    </dgm:pt>
    <dgm:pt modelId="{F161E732-6EDC-46BE-9E7A-D4A21E204958}" type="pres">
      <dgm:prSet presAssocID="{EA8534EC-6F61-4FF5-8B4E-17A329CE716A}" presName="root" presStyleCnt="0">
        <dgm:presLayoutVars>
          <dgm:dir/>
          <dgm:resizeHandles val="exact"/>
        </dgm:presLayoutVars>
      </dgm:prSet>
      <dgm:spPr/>
    </dgm:pt>
    <dgm:pt modelId="{719822A7-A4A9-465F-8E73-411435E87DCD}" type="pres">
      <dgm:prSet presAssocID="{9A38618B-A518-4334-A05B-080BE43BF08D}" presName="compNode" presStyleCnt="0"/>
      <dgm:spPr/>
    </dgm:pt>
    <dgm:pt modelId="{FC0774F2-A3AB-43F1-B108-BDDE53309A50}" type="pres">
      <dgm:prSet presAssocID="{9A38618B-A518-4334-A05B-080BE43BF08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83E8F81-A3FC-4668-A1CC-C5EBE49FCA7A}" type="pres">
      <dgm:prSet presAssocID="{9A38618B-A518-4334-A05B-080BE43BF08D}" presName="spaceRect" presStyleCnt="0"/>
      <dgm:spPr/>
    </dgm:pt>
    <dgm:pt modelId="{45202D69-58A0-4BCC-9081-CC3A5D14DFE0}" type="pres">
      <dgm:prSet presAssocID="{9A38618B-A518-4334-A05B-080BE43BF08D}" presName="textRect" presStyleLbl="revTx" presStyleIdx="0" presStyleCnt="2">
        <dgm:presLayoutVars>
          <dgm:chMax val="1"/>
          <dgm:chPref val="1"/>
        </dgm:presLayoutVars>
      </dgm:prSet>
      <dgm:spPr/>
    </dgm:pt>
    <dgm:pt modelId="{79B5E5B1-F36E-4578-899A-F4E2A4A8D36E}" type="pres">
      <dgm:prSet presAssocID="{432ADE1B-0E44-45E1-AE49-08E2D13C5DC3}" presName="sibTrans" presStyleCnt="0"/>
      <dgm:spPr/>
    </dgm:pt>
    <dgm:pt modelId="{0C663230-091B-46CE-9DE5-8A4BFCC6BB63}" type="pres">
      <dgm:prSet presAssocID="{D4777AA2-0075-4BD4-B1BC-DC8F9C0AFA06}" presName="compNode" presStyleCnt="0"/>
      <dgm:spPr/>
    </dgm:pt>
    <dgm:pt modelId="{02482193-D03E-40DB-8097-C7CE5D2B872C}" type="pres">
      <dgm:prSet presAssocID="{D4777AA2-0075-4BD4-B1BC-DC8F9C0AFA0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1EB3912-21C5-4D39-B205-A175681EA9B8}" type="pres">
      <dgm:prSet presAssocID="{D4777AA2-0075-4BD4-B1BC-DC8F9C0AFA06}" presName="spaceRect" presStyleCnt="0"/>
      <dgm:spPr/>
    </dgm:pt>
    <dgm:pt modelId="{E15D2DB8-EDF5-49C3-ADB8-AFC5E503E603}" type="pres">
      <dgm:prSet presAssocID="{D4777AA2-0075-4BD4-B1BC-DC8F9C0AFA0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347C0A-979C-446D-8287-0991B5EE31A0}" type="presOf" srcId="{D4777AA2-0075-4BD4-B1BC-DC8F9C0AFA06}" destId="{E15D2DB8-EDF5-49C3-ADB8-AFC5E503E603}" srcOrd="0" destOrd="0" presId="urn:microsoft.com/office/officeart/2018/2/layout/IconLabelList"/>
    <dgm:cxn modelId="{34FC7687-6E41-4BE7-B1D1-69E1F894AAAD}" type="presOf" srcId="{EA8534EC-6F61-4FF5-8B4E-17A329CE716A}" destId="{F161E732-6EDC-46BE-9E7A-D4A21E204958}" srcOrd="0" destOrd="0" presId="urn:microsoft.com/office/officeart/2018/2/layout/IconLabelList"/>
    <dgm:cxn modelId="{CA75EA8C-70FD-450F-BB98-AC49C7E3D6BD}" type="presOf" srcId="{9A38618B-A518-4334-A05B-080BE43BF08D}" destId="{45202D69-58A0-4BCC-9081-CC3A5D14DFE0}" srcOrd="0" destOrd="0" presId="urn:microsoft.com/office/officeart/2018/2/layout/IconLabelList"/>
    <dgm:cxn modelId="{5B624F8F-3E34-4069-B0F6-A37C13C57D36}" srcId="{EA8534EC-6F61-4FF5-8B4E-17A329CE716A}" destId="{D4777AA2-0075-4BD4-B1BC-DC8F9C0AFA06}" srcOrd="1" destOrd="0" parTransId="{8F4F87D3-B307-4D73-A683-67EBCFF9A902}" sibTransId="{7850E54D-BFF9-4D95-A49A-5EE075FE6CB6}"/>
    <dgm:cxn modelId="{9AAF19EC-08B3-4C2A-8B29-0CE1CF6E09CE}" srcId="{EA8534EC-6F61-4FF5-8B4E-17A329CE716A}" destId="{9A38618B-A518-4334-A05B-080BE43BF08D}" srcOrd="0" destOrd="0" parTransId="{98CDE2A7-BDBE-4709-944A-B0B2518D07E5}" sibTransId="{432ADE1B-0E44-45E1-AE49-08E2D13C5DC3}"/>
    <dgm:cxn modelId="{4BEA83E5-316D-4808-90F7-A5942EAF573D}" type="presParOf" srcId="{F161E732-6EDC-46BE-9E7A-D4A21E204958}" destId="{719822A7-A4A9-465F-8E73-411435E87DCD}" srcOrd="0" destOrd="0" presId="urn:microsoft.com/office/officeart/2018/2/layout/IconLabelList"/>
    <dgm:cxn modelId="{AFA9B542-CD78-41AC-B15F-23F6B124BB8D}" type="presParOf" srcId="{719822A7-A4A9-465F-8E73-411435E87DCD}" destId="{FC0774F2-A3AB-43F1-B108-BDDE53309A50}" srcOrd="0" destOrd="0" presId="urn:microsoft.com/office/officeart/2018/2/layout/IconLabelList"/>
    <dgm:cxn modelId="{DE806B1A-72B5-4D76-9CF2-59026FC1A1CC}" type="presParOf" srcId="{719822A7-A4A9-465F-8E73-411435E87DCD}" destId="{483E8F81-A3FC-4668-A1CC-C5EBE49FCA7A}" srcOrd="1" destOrd="0" presId="urn:microsoft.com/office/officeart/2018/2/layout/IconLabelList"/>
    <dgm:cxn modelId="{774DAA8F-4501-4DBE-995D-9A18A9635A42}" type="presParOf" srcId="{719822A7-A4A9-465F-8E73-411435E87DCD}" destId="{45202D69-58A0-4BCC-9081-CC3A5D14DFE0}" srcOrd="2" destOrd="0" presId="urn:microsoft.com/office/officeart/2018/2/layout/IconLabelList"/>
    <dgm:cxn modelId="{D383BFFF-5613-4EE6-BDA9-73D598DABABC}" type="presParOf" srcId="{F161E732-6EDC-46BE-9E7A-D4A21E204958}" destId="{79B5E5B1-F36E-4578-899A-F4E2A4A8D36E}" srcOrd="1" destOrd="0" presId="urn:microsoft.com/office/officeart/2018/2/layout/IconLabelList"/>
    <dgm:cxn modelId="{18CBF5A2-45B5-4331-A092-41B5C5EB83B7}" type="presParOf" srcId="{F161E732-6EDC-46BE-9E7A-D4A21E204958}" destId="{0C663230-091B-46CE-9DE5-8A4BFCC6BB63}" srcOrd="2" destOrd="0" presId="urn:microsoft.com/office/officeart/2018/2/layout/IconLabelList"/>
    <dgm:cxn modelId="{1D197D53-AA18-47BF-967D-3F269366ABBC}" type="presParOf" srcId="{0C663230-091B-46CE-9DE5-8A4BFCC6BB63}" destId="{02482193-D03E-40DB-8097-C7CE5D2B872C}" srcOrd="0" destOrd="0" presId="urn:microsoft.com/office/officeart/2018/2/layout/IconLabelList"/>
    <dgm:cxn modelId="{92A8C71C-59AB-47DE-9EDE-81B52F901798}" type="presParOf" srcId="{0C663230-091B-46CE-9DE5-8A4BFCC6BB63}" destId="{51EB3912-21C5-4D39-B205-A175681EA9B8}" srcOrd="1" destOrd="0" presId="urn:microsoft.com/office/officeart/2018/2/layout/IconLabelList"/>
    <dgm:cxn modelId="{790424C5-4002-4560-B6EB-D3467D10CDA2}" type="presParOf" srcId="{0C663230-091B-46CE-9DE5-8A4BFCC6BB63}" destId="{E15D2DB8-EDF5-49C3-ADB8-AFC5E503E60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B1E07-1A85-4ADB-95B7-F0C037EC486F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CD9F46-9710-47F1-8E93-B5BD9174B2B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ECDAF-937B-487D-ACE3-FF1A1445AE6F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 user types: Job Seekers, Employers, Admins.</a:t>
          </a:r>
        </a:p>
      </dsp:txBody>
      <dsp:txXfrm>
        <a:off x="1357965" y="2319"/>
        <a:ext cx="3325983" cy="1175727"/>
      </dsp:txXfrm>
    </dsp:sp>
    <dsp:sp modelId="{87194AFB-8C6C-4604-823D-529108A48F87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9D1D0-143C-4372-9636-1BF14725DCD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E4D89-FAAC-42A3-B18A-8B0BC498439D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Admins have 5 levels with 50+ granular permissions.</a:t>
          </a:r>
        </a:p>
      </dsp:txBody>
      <dsp:txXfrm>
        <a:off x="1357965" y="1471979"/>
        <a:ext cx="3325983" cy="1175727"/>
      </dsp:txXfrm>
    </dsp:sp>
    <dsp:sp modelId="{16527912-7C21-4B42-B6FC-950548667388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04F33-C5A9-4F5A-BA56-37DC5306CEE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1071D-6A9A-464F-93E8-C6914634AA53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Employers post jobs, review applications, and accept or reject candidates.</a:t>
          </a:r>
        </a:p>
      </dsp:txBody>
      <dsp:txXfrm>
        <a:off x="1357965" y="2941639"/>
        <a:ext cx="3325983" cy="1175727"/>
      </dsp:txXfrm>
    </dsp:sp>
    <dsp:sp modelId="{353FD44A-42B2-4800-995B-482BA2118F90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3352A-0CAE-46C5-A722-09222452B4AE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F1423-5A4F-4776-AD8E-78A78CDC0BA1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Job Seekers apply to jobs, see match scores, and download resumes.</a:t>
          </a:r>
        </a:p>
      </dsp:txBody>
      <dsp:txXfrm>
        <a:off x="1357965" y="4411299"/>
        <a:ext cx="3325983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94769-6A87-48FC-8480-ADD305912C74}">
      <dsp:nvSpPr>
        <dsp:cNvPr id="0" name=""/>
        <dsp:cNvSpPr/>
      </dsp:nvSpPr>
      <dsp:spPr>
        <a:xfrm>
          <a:off x="0" y="73075"/>
          <a:ext cx="5000124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Auto-generated resume from profile data.</a:t>
          </a:r>
        </a:p>
      </dsp:txBody>
      <dsp:txXfrm>
        <a:off x="40724" y="113799"/>
        <a:ext cx="4918676" cy="752780"/>
      </dsp:txXfrm>
    </dsp:sp>
    <dsp:sp modelId="{47FD62C0-9539-4B2C-9A86-A0B57B9A5C05}">
      <dsp:nvSpPr>
        <dsp:cNvPr id="0" name=""/>
        <dsp:cNvSpPr/>
      </dsp:nvSpPr>
      <dsp:spPr>
        <a:xfrm>
          <a:off x="0" y="967783"/>
          <a:ext cx="5000124" cy="834228"/>
        </a:xfrm>
        <a:prstGeom prst="roundRect">
          <a:avLst/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Multi-country resume formats with HTML preview and PDF export.</a:t>
          </a:r>
        </a:p>
      </dsp:txBody>
      <dsp:txXfrm>
        <a:off x="40724" y="1008507"/>
        <a:ext cx="4918676" cy="752780"/>
      </dsp:txXfrm>
    </dsp:sp>
    <dsp:sp modelId="{FE5C99F6-F617-4B14-AD2D-88320FEFD140}">
      <dsp:nvSpPr>
        <dsp:cNvPr id="0" name=""/>
        <dsp:cNvSpPr/>
      </dsp:nvSpPr>
      <dsp:spPr>
        <a:xfrm>
          <a:off x="0" y="1862491"/>
          <a:ext cx="5000124" cy="834228"/>
        </a:xfrm>
        <a:prstGeom prst="roundRect">
          <a:avLst/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Role-based access control and profile completion validation.</a:t>
          </a:r>
        </a:p>
      </dsp:txBody>
      <dsp:txXfrm>
        <a:off x="40724" y="1903215"/>
        <a:ext cx="4918676" cy="752780"/>
      </dsp:txXfrm>
    </dsp:sp>
    <dsp:sp modelId="{1F860376-AE03-4CEF-B856-9D8470A1D047}">
      <dsp:nvSpPr>
        <dsp:cNvPr id="0" name=""/>
        <dsp:cNvSpPr/>
      </dsp:nvSpPr>
      <dsp:spPr>
        <a:xfrm>
          <a:off x="0" y="2757200"/>
          <a:ext cx="5000124" cy="834228"/>
        </a:xfrm>
        <a:prstGeom prst="roundRect">
          <a:avLst/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Real-time notifications and dashboard refresh with Socket.io.</a:t>
          </a:r>
        </a:p>
      </dsp:txBody>
      <dsp:txXfrm>
        <a:off x="40724" y="2797924"/>
        <a:ext cx="4918676" cy="752780"/>
      </dsp:txXfrm>
    </dsp:sp>
    <dsp:sp modelId="{3155A967-6528-439F-A418-A0D5D3057528}">
      <dsp:nvSpPr>
        <dsp:cNvPr id="0" name=""/>
        <dsp:cNvSpPr/>
      </dsp:nvSpPr>
      <dsp:spPr>
        <a:xfrm>
          <a:off x="0" y="3651908"/>
          <a:ext cx="5000124" cy="834228"/>
        </a:xfrm>
        <a:prstGeom prst="roundRect">
          <a:avLst/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Application tracking: pending, accepted, rejected.</a:t>
          </a:r>
        </a:p>
      </dsp:txBody>
      <dsp:txXfrm>
        <a:off x="40724" y="3692632"/>
        <a:ext cx="4918676" cy="752780"/>
      </dsp:txXfrm>
    </dsp:sp>
    <dsp:sp modelId="{CE433D8C-B54A-4A1B-8F2B-7AA4152F9448}">
      <dsp:nvSpPr>
        <dsp:cNvPr id="0" name=""/>
        <dsp:cNvSpPr/>
      </dsp:nvSpPr>
      <dsp:spPr>
        <a:xfrm>
          <a:off x="0" y="4546616"/>
          <a:ext cx="5000124" cy="83422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Pagination on lists for fast browsing and scalability.</a:t>
          </a:r>
        </a:p>
      </dsp:txBody>
      <dsp:txXfrm>
        <a:off x="40724" y="4587340"/>
        <a:ext cx="4918676" cy="752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F6C48-D916-46EF-B625-B2B7934A227D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5BDEE-7633-4488-8D40-016803129ECD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18F46-2489-415B-A206-EE956139867D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Users often apply to unrelated jobs; </a:t>
          </a:r>
          <a:r>
            <a:rPr lang="en-US" sz="2500" kern="1200" dirty="0" err="1"/>
            <a:t>ResuMatch</a:t>
          </a:r>
          <a:r>
            <a:rPr lang="en-US" sz="2500" kern="1200" dirty="0"/>
            <a:t> gives better job recommendations.</a:t>
          </a:r>
        </a:p>
      </dsp:txBody>
      <dsp:txXfrm>
        <a:off x="1437631" y="531"/>
        <a:ext cx="6449068" cy="1244702"/>
      </dsp:txXfrm>
    </dsp:sp>
    <dsp:sp modelId="{320903F3-735A-4792-BC43-148E71FA7B56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CDA73-2AF3-47B1-9A1B-2DA7F8BE647A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AC653-0823-41A3-8C44-FC8D002B780D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Employers receive more relevant candidates and spend less time filtering resumes.</a:t>
          </a:r>
        </a:p>
      </dsp:txBody>
      <dsp:txXfrm>
        <a:off x="1437631" y="1556410"/>
        <a:ext cx="6449068" cy="1244702"/>
      </dsp:txXfrm>
    </dsp:sp>
    <dsp:sp modelId="{74C8DC8C-B674-4B4C-98F0-6FB0456A2950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5A4768-8DB5-4D44-9ADF-371922A2F236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285B8-3FBE-44C7-98E3-D4EFDD71EBF8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Admins can manage users, approvals, roles, and all platform data in one place.</a:t>
          </a:r>
        </a:p>
      </dsp:txBody>
      <dsp:txXfrm>
        <a:off x="1437631" y="3112289"/>
        <a:ext cx="6449068" cy="1244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9BC90-90D9-4953-A92F-1DB5EC067506}">
      <dsp:nvSpPr>
        <dsp:cNvPr id="0" name=""/>
        <dsp:cNvSpPr/>
      </dsp:nvSpPr>
      <dsp:spPr>
        <a:xfrm>
          <a:off x="0" y="3404"/>
          <a:ext cx="7886700" cy="7251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A5F44-3B46-4162-8C84-7D652EFD3555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2A3AD-7FC3-4248-AA93-D11BD6F1AF5D}">
      <dsp:nvSpPr>
        <dsp:cNvPr id="0" name=""/>
        <dsp:cNvSpPr/>
      </dsp:nvSpPr>
      <dsp:spPr>
        <a:xfrm>
          <a:off x="837512" y="3404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Employers enter job details and required skills during posting.</a:t>
          </a:r>
        </a:p>
      </dsp:txBody>
      <dsp:txXfrm>
        <a:off x="837512" y="3404"/>
        <a:ext cx="7049187" cy="725119"/>
      </dsp:txXfrm>
    </dsp:sp>
    <dsp:sp modelId="{83B88E87-A9E8-48DC-9530-9897C1CE050F}">
      <dsp:nvSpPr>
        <dsp:cNvPr id="0" name=""/>
        <dsp:cNvSpPr/>
      </dsp:nvSpPr>
      <dsp:spPr>
        <a:xfrm>
          <a:off x="0" y="909803"/>
          <a:ext cx="7886700" cy="7251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9F582-379E-4CA2-B788-B7FFB3657AB5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8E43E-D380-448E-A412-8DF7E7992DD8}">
      <dsp:nvSpPr>
        <dsp:cNvPr id="0" name=""/>
        <dsp:cNvSpPr/>
      </dsp:nvSpPr>
      <dsp:spPr>
        <a:xfrm>
          <a:off x="837512" y="909803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Job Seekers fill out profiles and upload or auto-generate resumes.</a:t>
          </a:r>
        </a:p>
      </dsp:txBody>
      <dsp:txXfrm>
        <a:off x="837512" y="909803"/>
        <a:ext cx="7049187" cy="725119"/>
      </dsp:txXfrm>
    </dsp:sp>
    <dsp:sp modelId="{FA6E450B-B91E-4B23-8BB2-5C4A7396041D}">
      <dsp:nvSpPr>
        <dsp:cNvPr id="0" name=""/>
        <dsp:cNvSpPr/>
      </dsp:nvSpPr>
      <dsp:spPr>
        <a:xfrm>
          <a:off x="0" y="1816202"/>
          <a:ext cx="7886700" cy="7251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A1CEE-0BBD-44A4-AEF8-5F3EBDE65720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1DD78-525F-4AFC-B3AB-2A3A87AB8F14}">
      <dsp:nvSpPr>
        <dsp:cNvPr id="0" name=""/>
        <dsp:cNvSpPr/>
      </dsp:nvSpPr>
      <dsp:spPr>
        <a:xfrm>
          <a:off x="837512" y="1816202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System computes TF-IDF vectors for resumes and job descriptions.</a:t>
          </a:r>
        </a:p>
      </dsp:txBody>
      <dsp:txXfrm>
        <a:off x="837512" y="1816202"/>
        <a:ext cx="7049187" cy="725119"/>
      </dsp:txXfrm>
    </dsp:sp>
    <dsp:sp modelId="{8D36F020-55CA-48EB-B9B1-AA7F7D53B9EF}">
      <dsp:nvSpPr>
        <dsp:cNvPr id="0" name=""/>
        <dsp:cNvSpPr/>
      </dsp:nvSpPr>
      <dsp:spPr>
        <a:xfrm>
          <a:off x="0" y="2722601"/>
          <a:ext cx="7886700" cy="7251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70DE7-C1D2-4E8B-8855-030FEBC34C1C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52F13-A81D-48FE-BC50-C91D9692740D}">
      <dsp:nvSpPr>
        <dsp:cNvPr id="0" name=""/>
        <dsp:cNvSpPr/>
      </dsp:nvSpPr>
      <dsp:spPr>
        <a:xfrm>
          <a:off x="837512" y="2722601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Cosine similarity calculates a compatibility percentage score.</a:t>
          </a:r>
        </a:p>
      </dsp:txBody>
      <dsp:txXfrm>
        <a:off x="837512" y="2722601"/>
        <a:ext cx="7049187" cy="725119"/>
      </dsp:txXfrm>
    </dsp:sp>
    <dsp:sp modelId="{CA3F002B-27E4-4951-9FB1-A893B4E031B0}">
      <dsp:nvSpPr>
        <dsp:cNvPr id="0" name=""/>
        <dsp:cNvSpPr/>
      </dsp:nvSpPr>
      <dsp:spPr>
        <a:xfrm>
          <a:off x="0" y="3629000"/>
          <a:ext cx="7886700" cy="7251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2FFFA-446F-470B-9D1C-5C2A092D8703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FA099-5626-4D9C-80B6-A6C7CFE5E5F6}">
      <dsp:nvSpPr>
        <dsp:cNvPr id="0" name=""/>
        <dsp:cNvSpPr/>
      </dsp:nvSpPr>
      <dsp:spPr>
        <a:xfrm>
          <a:off x="837512" y="3629000"/>
          <a:ext cx="70491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Candidates are ranked and recommended by match strength.</a:t>
          </a:r>
        </a:p>
      </dsp:txBody>
      <dsp:txXfrm>
        <a:off x="837512" y="3629000"/>
        <a:ext cx="7049187" cy="7251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BA09E-D1ED-4B5C-85F7-0497D5C5000C}">
      <dsp:nvSpPr>
        <dsp:cNvPr id="0" name=""/>
        <dsp:cNvSpPr/>
      </dsp:nvSpPr>
      <dsp:spPr>
        <a:xfrm>
          <a:off x="481140" y="1307689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9CF26-DD00-4947-A54A-91E43F409A89}">
      <dsp:nvSpPr>
        <dsp:cNvPr id="0" name=""/>
        <dsp:cNvSpPr/>
      </dsp:nvSpPr>
      <dsp:spPr>
        <a:xfrm>
          <a:off x="2092" y="235303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Auto-generates resumes directly from user profile information.</a:t>
          </a:r>
        </a:p>
      </dsp:txBody>
      <dsp:txXfrm>
        <a:off x="2092" y="2353037"/>
        <a:ext cx="1741992" cy="696796"/>
      </dsp:txXfrm>
    </dsp:sp>
    <dsp:sp modelId="{523DF837-D809-4F00-8092-6664EE8211F7}">
      <dsp:nvSpPr>
        <dsp:cNvPr id="0" name=""/>
        <dsp:cNvSpPr/>
      </dsp:nvSpPr>
      <dsp:spPr>
        <a:xfrm>
          <a:off x="2527981" y="1307689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E241C-2D1B-43AC-A200-2824D65345B3}">
      <dsp:nvSpPr>
        <dsp:cNvPr id="0" name=""/>
        <dsp:cNvSpPr/>
      </dsp:nvSpPr>
      <dsp:spPr>
        <a:xfrm>
          <a:off x="2048933" y="235303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Supports 5 international resume formats for better market fit.</a:t>
          </a:r>
        </a:p>
      </dsp:txBody>
      <dsp:txXfrm>
        <a:off x="2048933" y="2353037"/>
        <a:ext cx="1741992" cy="696796"/>
      </dsp:txXfrm>
    </dsp:sp>
    <dsp:sp modelId="{5A8C55BD-4A86-4C12-98D2-67D3F94C49EE}">
      <dsp:nvSpPr>
        <dsp:cNvPr id="0" name=""/>
        <dsp:cNvSpPr/>
      </dsp:nvSpPr>
      <dsp:spPr>
        <a:xfrm>
          <a:off x="4574822" y="1307689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D200C-DC30-4A3F-AA7B-210EAC4E281F}">
      <dsp:nvSpPr>
        <dsp:cNvPr id="0" name=""/>
        <dsp:cNvSpPr/>
      </dsp:nvSpPr>
      <dsp:spPr>
        <a:xfrm>
          <a:off x="4095774" y="235303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Users can preview formats and convert to PDF via browser print.</a:t>
          </a:r>
        </a:p>
      </dsp:txBody>
      <dsp:txXfrm>
        <a:off x="4095774" y="2353037"/>
        <a:ext cx="1741992" cy="696796"/>
      </dsp:txXfrm>
    </dsp:sp>
    <dsp:sp modelId="{D4275104-C94E-4A51-B67B-084563616B00}">
      <dsp:nvSpPr>
        <dsp:cNvPr id="0" name=""/>
        <dsp:cNvSpPr/>
      </dsp:nvSpPr>
      <dsp:spPr>
        <a:xfrm>
          <a:off x="6621662" y="1307689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A8B7A-9A47-4047-BA58-547151C1278A}">
      <dsp:nvSpPr>
        <dsp:cNvPr id="0" name=""/>
        <dsp:cNvSpPr/>
      </dsp:nvSpPr>
      <dsp:spPr>
        <a:xfrm>
          <a:off x="6142615" y="235303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Ensures resume data stays consistent with the profile.</a:t>
          </a:r>
        </a:p>
      </dsp:txBody>
      <dsp:txXfrm>
        <a:off x="6142615" y="2353037"/>
        <a:ext cx="1741992" cy="6967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CC6E9-83ED-45BA-88A2-082522A930AF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Backend: Node.js, Express, MongoDB.</a:t>
          </a:r>
        </a:p>
      </dsp:txBody>
      <dsp:txXfrm>
        <a:off x="2574876" y="53310"/>
        <a:ext cx="2736946" cy="945199"/>
      </dsp:txXfrm>
    </dsp:sp>
    <dsp:sp modelId="{28CA89AB-A470-4624-954E-3ABD96E9F217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Frontend: React with Vite for fast UI performance.</a:t>
          </a:r>
        </a:p>
      </dsp:txBody>
      <dsp:txXfrm>
        <a:off x="2574876" y="1153149"/>
        <a:ext cx="2736946" cy="945199"/>
      </dsp:txXfrm>
    </dsp:sp>
    <dsp:sp modelId="{C1F17F35-B896-40DE-A788-88B1870519CF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Real-time Socket.io updates for notifications and dashboards.</a:t>
          </a:r>
        </a:p>
      </dsp:txBody>
      <dsp:txXfrm>
        <a:off x="2574876" y="2252988"/>
        <a:ext cx="2736946" cy="945199"/>
      </dsp:txXfrm>
    </dsp:sp>
    <dsp:sp modelId="{496B9710-ADC5-44C2-A577-3B550278E25A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Indexes and pagination optimize search, listing, and dashboard speed.</a:t>
          </a:r>
        </a:p>
      </dsp:txBody>
      <dsp:txXfrm>
        <a:off x="2574876" y="3352827"/>
        <a:ext cx="2736946" cy="9451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8214A-C0B0-4127-992C-806F8C97B8A7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955B2-CD54-43DE-8F02-B05BE052537F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0CB6E-9452-4BFB-87BD-86E323984245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Reduces time spent by employers reviewing irrelevant applications.</a:t>
          </a:r>
        </a:p>
      </dsp:txBody>
      <dsp:txXfrm>
        <a:off x="2092" y="2524067"/>
        <a:ext cx="1741992" cy="696796"/>
      </dsp:txXfrm>
    </dsp:sp>
    <dsp:sp modelId="{24B56E5E-FD33-4D5A-A403-A873BBA18130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C12B9-7053-45E0-9D63-B21E5207C181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A5C89-7E6D-4F8E-94C9-87EBCB0D6437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Improves job search accuracy for candidates.</a:t>
          </a:r>
        </a:p>
      </dsp:txBody>
      <dsp:txXfrm>
        <a:off x="2048933" y="2524067"/>
        <a:ext cx="1741992" cy="696796"/>
      </dsp:txXfrm>
    </dsp:sp>
    <dsp:sp modelId="{33A385A5-7FED-41EB-B92D-EAED56A6796C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3E49D-5FBC-4865-87F1-69EDE28F195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FEF11-8A26-4B53-ACAD-61F7AF8FFA15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Makes hiring decisions more data-driven and transparent.</a:t>
          </a:r>
        </a:p>
      </dsp:txBody>
      <dsp:txXfrm>
        <a:off x="4095774" y="2524067"/>
        <a:ext cx="1741992" cy="696796"/>
      </dsp:txXfrm>
    </dsp:sp>
    <dsp:sp modelId="{2663F304-52ED-4BD2-86B7-5A8E7C34C489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F86F1-D686-4EE7-B97A-547AED41E6E1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9EA75-FD02-4E1A-9833-5757AA0A575C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Supports both local and international resume needs.</a:t>
          </a:r>
        </a:p>
      </dsp:txBody>
      <dsp:txXfrm>
        <a:off x="6142615" y="2524067"/>
        <a:ext cx="1741992" cy="6967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94567-35A6-479F-A15C-63311B181ADC}">
      <dsp:nvSpPr>
        <dsp:cNvPr id="0" name=""/>
        <dsp:cNvSpPr/>
      </dsp:nvSpPr>
      <dsp:spPr>
        <a:xfrm>
          <a:off x="469170" y="1316924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520BB-8289-4DE7-ACEF-DC86F2601004}">
      <dsp:nvSpPr>
        <dsp:cNvPr id="0" name=""/>
        <dsp:cNvSpPr/>
      </dsp:nvSpPr>
      <dsp:spPr>
        <a:xfrm>
          <a:off x="3174" y="2339518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Native PDF resume export and richer resume templates.</a:t>
          </a:r>
        </a:p>
      </dsp:txBody>
      <dsp:txXfrm>
        <a:off x="3174" y="2339518"/>
        <a:ext cx="1694531" cy="677812"/>
      </dsp:txXfrm>
    </dsp:sp>
    <dsp:sp modelId="{7ABA72D6-A500-4C9D-A942-347C4DC50D35}">
      <dsp:nvSpPr>
        <dsp:cNvPr id="0" name=""/>
        <dsp:cNvSpPr/>
      </dsp:nvSpPr>
      <dsp:spPr>
        <a:xfrm>
          <a:off x="2460244" y="1316924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221CB-67D8-4845-A2AA-30DC7EEAB0CD}">
      <dsp:nvSpPr>
        <dsp:cNvPr id="0" name=""/>
        <dsp:cNvSpPr/>
      </dsp:nvSpPr>
      <dsp:spPr>
        <a:xfrm>
          <a:off x="1994248" y="2339518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Email notifications and candidate messaging improvements.</a:t>
          </a:r>
        </a:p>
      </dsp:txBody>
      <dsp:txXfrm>
        <a:off x="1994248" y="2339518"/>
        <a:ext cx="1694531" cy="677812"/>
      </dsp:txXfrm>
    </dsp:sp>
    <dsp:sp modelId="{56BC4BAA-1F99-436D-82BB-ECBC66ACEA08}">
      <dsp:nvSpPr>
        <dsp:cNvPr id="0" name=""/>
        <dsp:cNvSpPr/>
      </dsp:nvSpPr>
      <dsp:spPr>
        <a:xfrm>
          <a:off x="4451318" y="1316924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89D6E-C3DE-4BDC-9FB6-303774A1080D}">
      <dsp:nvSpPr>
        <dsp:cNvPr id="0" name=""/>
        <dsp:cNvSpPr/>
      </dsp:nvSpPr>
      <dsp:spPr>
        <a:xfrm>
          <a:off x="3985322" y="2339518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AI-driven resume optimization and interview preparation tools.</a:t>
          </a:r>
        </a:p>
      </dsp:txBody>
      <dsp:txXfrm>
        <a:off x="3985322" y="2339518"/>
        <a:ext cx="1694531" cy="677812"/>
      </dsp:txXfrm>
    </dsp:sp>
    <dsp:sp modelId="{6D6D059A-3860-40F9-AD34-748B8500FEF0}">
      <dsp:nvSpPr>
        <dsp:cNvPr id="0" name=""/>
        <dsp:cNvSpPr/>
      </dsp:nvSpPr>
      <dsp:spPr>
        <a:xfrm>
          <a:off x="6442392" y="1316924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C4657-6524-4B80-AC8F-D23B2911ADE8}">
      <dsp:nvSpPr>
        <dsp:cNvPr id="0" name=""/>
        <dsp:cNvSpPr/>
      </dsp:nvSpPr>
      <dsp:spPr>
        <a:xfrm>
          <a:off x="5976396" y="2339518"/>
          <a:ext cx="1694531" cy="67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Multi-language support and expanded analytics dashboard.</a:t>
          </a:r>
        </a:p>
      </dsp:txBody>
      <dsp:txXfrm>
        <a:off x="5976396" y="2339518"/>
        <a:ext cx="1694531" cy="6778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774F2-A3AB-43F1-B108-BDDE53309A50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02D69-58A0-4BCC-9081-CC3A5D14DFE0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ResuMatch brings smarter matching, better resumes, and faster hiring.</a:t>
          </a:r>
        </a:p>
      </dsp:txBody>
      <dsp:txXfrm>
        <a:off x="16115" y="2835228"/>
        <a:ext cx="3611250" cy="720000"/>
      </dsp:txXfrm>
    </dsp:sp>
    <dsp:sp modelId="{02482193-D03E-40DB-8097-C7CE5D2B872C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D2DB8-EDF5-49C3-ADB8-AFC5E503E603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Ready to demo the platform and answer your questions.</a:t>
          </a:r>
        </a:p>
      </dsp:txBody>
      <dsp:txXfrm>
        <a:off x="4259334" y="2835228"/>
        <a:ext cx="361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3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0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4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7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7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2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3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0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9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3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6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4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753" y="640080"/>
            <a:ext cx="2800511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4300" dirty="0"/>
              <a:t>Present by: Aaisha Adhikari</a:t>
            </a:r>
            <a:br>
              <a:rPr lang="en-GB" sz="4300" dirty="0"/>
            </a:br>
            <a:br>
              <a:rPr lang="en-GB" sz="4300" dirty="0"/>
            </a:br>
            <a:r>
              <a:rPr lang="en-GB" sz="4300" dirty="0" err="1"/>
              <a:t>ResuMatch</a:t>
            </a:r>
            <a:endParaRPr lang="en-GB" sz="4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754" y="4636008"/>
            <a:ext cx="2800510" cy="1572768"/>
          </a:xfrm>
        </p:spPr>
        <p:txBody>
          <a:bodyPr>
            <a:normAutofit/>
          </a:bodyPr>
          <a:lstStyle/>
          <a:p>
            <a:pPr algn="l"/>
            <a:r>
              <a:rPr lang="en-GB"/>
              <a:t>AI-powered resume matching platform for smarter hiring and job search</a:t>
            </a:r>
          </a:p>
          <a:p>
            <a:pPr algn="l"/>
            <a:endParaRPr lang="en-GB"/>
          </a:p>
          <a:p>
            <a:pPr algn="l"/>
            <a:endParaRPr lang="en-GB" dirty="0"/>
          </a:p>
        </p:txBody>
      </p:sp>
      <p:sp>
        <p:nvSpPr>
          <p:cNvPr id="4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753" y="4409267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ignup.png">
            <a:extLst>
              <a:ext uri="{FF2B5EF4-FFF2-40B4-BE49-F238E27FC236}">
                <a16:creationId xmlns:a16="http://schemas.microsoft.com/office/drawing/2014/main" id="{CE9F257D-CD17-9953-1D40-56D1F0247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8" r="19294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GB" sz="3500"/>
              <a:t>Project Overview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pPr>
              <a:defRPr sz="2400">
                <a:latin typeface="Calibri"/>
              </a:defRPr>
            </a:pPr>
            <a:r>
              <a:rPr lang="en-GB" sz="1900"/>
              <a:t>ResuMatch is a complete job matching ecosystem for seekers, employers, and admins.</a:t>
            </a:r>
          </a:p>
          <a:p>
            <a:pPr>
              <a:defRPr sz="2400">
                <a:latin typeface="Calibri"/>
              </a:defRPr>
            </a:pPr>
            <a:r>
              <a:rPr lang="en-GB" sz="1900"/>
              <a:t>It automatically generates resumes, matches jobs by skill similarity, and manages applications with role-based access.</a:t>
            </a:r>
          </a:p>
          <a:p>
            <a:pPr>
              <a:defRPr sz="2400">
                <a:latin typeface="Calibri"/>
              </a:defRPr>
            </a:pPr>
            <a:r>
              <a:rPr lang="en-GB" sz="1900"/>
              <a:t>Designed for fast hiring decisions and better candidate-job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GB"/>
              <a:t>User Roles &amp; Permissions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31DDC6-1188-02CA-BDE8-90EBA9D8E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6974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Core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0393BD-A085-AAE9-3AFF-A5096111E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0392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dirty="0"/>
              <a:t>Problem Solved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8C6767-7D23-E53C-45FC-53FB4F8C3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59966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756" y="502400"/>
            <a:ext cx="2525379" cy="1818064"/>
          </a:xfrm>
        </p:spPr>
        <p:txBody>
          <a:bodyPr>
            <a:normAutofit/>
          </a:bodyPr>
          <a:lstStyle/>
          <a:p>
            <a:pPr algn="ctr"/>
            <a:r>
              <a:rPr lang="en-GB" sz="2400"/>
              <a:t>User Interface &amp; Visuals</a:t>
            </a:r>
          </a:p>
        </p:txBody>
      </p:sp>
      <p:pic>
        <p:nvPicPr>
          <p:cNvPr id="6" name="Picture 5" descr="job-69bfec29a2ed83a6a8a23687-1775743106311-196729956.jpeg"/>
          <p:cNvPicPr>
            <a:picLocks noChangeAspect="1"/>
          </p:cNvPicPr>
          <p:nvPr/>
        </p:nvPicPr>
        <p:blipFill>
          <a:blip r:embed="rId2"/>
          <a:srcRect t="501" r="1" b="13653"/>
          <a:stretch>
            <a:fillRect/>
          </a:stretch>
        </p:blipFill>
        <p:spPr>
          <a:xfrm>
            <a:off x="3416427" y="6"/>
            <a:ext cx="5727572" cy="27627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3"/>
          <a:srcRect l="7339" r="7716" b="-2"/>
          <a:stretch>
            <a:fillRect/>
          </a:stretch>
        </p:blipFill>
        <p:spPr>
          <a:xfrm>
            <a:off x="20" y="2826737"/>
            <a:ext cx="3424313" cy="403126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224" y="3455208"/>
            <a:ext cx="4306824" cy="2344708"/>
          </a:xfrm>
        </p:spPr>
        <p:txBody>
          <a:bodyPr anchor="ctr">
            <a:normAutofit/>
          </a:bodyPr>
          <a:lstStyle/>
          <a:p>
            <a:pPr>
              <a:defRPr sz="2200">
                <a:latin typeface="Calibri"/>
              </a:defRPr>
            </a:pPr>
            <a:r>
              <a:rPr lang="en-GB" sz="1700"/>
              <a:t>Clean signup/login screens for all users.</a:t>
            </a:r>
          </a:p>
          <a:p>
            <a:pPr>
              <a:defRPr sz="2200">
                <a:latin typeface="Calibri"/>
              </a:defRPr>
            </a:pPr>
            <a:r>
              <a:rPr lang="en-GB" sz="1700"/>
              <a:t>Job listings with images and detailed descriptions.</a:t>
            </a:r>
          </a:p>
          <a:p>
            <a:pPr>
              <a:defRPr sz="2200">
                <a:latin typeface="Calibri"/>
              </a:defRPr>
            </a:pPr>
            <a:r>
              <a:rPr lang="en-GB" sz="1700"/>
              <a:t>Profile and resume visuals show polished candidate experience.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429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7" name="Picture 6" descr="profile-6a1596d496ee0096643dc5ab-1779809431288-62238641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680960"/>
            <a:ext cx="2834640" cy="1553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How Matching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FCE99-5A1A-59F3-1632-C9B44D7AF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71067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Resume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BFA5A8-9B1B-5EEF-4055-E79B9EF62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65063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/>
              <a:t>Employer Workflow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defRPr sz="2400">
                <a:latin typeface="Calibri"/>
              </a:defRPr>
            </a:pPr>
            <a:r>
              <a:rPr lang="en-GB" sz="1900"/>
              <a:t>Employers create company profiles and publish jobs.</a:t>
            </a:r>
          </a:p>
          <a:p>
            <a:pPr>
              <a:defRPr sz="2400">
                <a:latin typeface="Calibri"/>
              </a:defRPr>
            </a:pPr>
            <a:r>
              <a:rPr lang="en-GB" sz="1900"/>
              <a:t>They receive applications with a match score for each candidate.</a:t>
            </a:r>
          </a:p>
          <a:p>
            <a:pPr>
              <a:defRPr sz="2400">
                <a:latin typeface="Calibri"/>
              </a:defRPr>
            </a:pPr>
            <a:r>
              <a:rPr lang="en-GB" sz="1900"/>
              <a:t>Employers can review resumes, accept, reject, and message applicants.</a:t>
            </a:r>
          </a:p>
          <a:p>
            <a:pPr>
              <a:defRPr sz="2400">
                <a:latin typeface="Calibri"/>
              </a:defRPr>
            </a:pPr>
            <a:r>
              <a:rPr lang="en-GB" sz="1900"/>
              <a:t>Admin approval keeps job posts secure and accurate.</a:t>
            </a:r>
          </a:p>
        </p:txBody>
      </p:sp>
      <p:pic>
        <p:nvPicPr>
          <p:cNvPr id="4" name="Picture 3" descr="job-69bfec29a2ed83a6a8a23687-1775743761944-221431181.jpeg"/>
          <p:cNvPicPr>
            <a:picLocks noChangeAspect="1"/>
          </p:cNvPicPr>
          <p:nvPr/>
        </p:nvPicPr>
        <p:blipFill>
          <a:blip r:embed="rId2"/>
          <a:srcRect l="29584" r="25447" b="-1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GB" sz="4700"/>
              <a:t>Admin &amp; Security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>
              <a:defRPr sz="2400">
                <a:latin typeface="Calibri"/>
              </a:defRPr>
            </a:pPr>
            <a:r>
              <a:rPr lang="en-GB" sz="1800"/>
              <a:t>Admins manage users, employers, jobs, and role assignments.</a:t>
            </a:r>
          </a:p>
          <a:p>
            <a:pPr>
              <a:defRPr sz="2400">
                <a:latin typeface="Calibri"/>
              </a:defRPr>
            </a:pPr>
            <a:r>
              <a:rPr lang="en-GB" sz="1800"/>
              <a:t>Permission checks run before every action to protect data.</a:t>
            </a:r>
          </a:p>
          <a:p>
            <a:pPr>
              <a:defRPr sz="2400">
                <a:latin typeface="Calibri"/>
              </a:defRPr>
            </a:pPr>
            <a:r>
              <a:rPr lang="en-GB" sz="1800"/>
              <a:t>Admin dashboard shows critical stats and approval workflows.</a:t>
            </a:r>
          </a:p>
          <a:p>
            <a:pPr>
              <a:defRPr sz="2400">
                <a:latin typeface="Calibri"/>
              </a:defRPr>
            </a:pPr>
            <a:r>
              <a:rPr lang="en-GB" sz="1800"/>
              <a:t>Support for multi-level admin roles improves platform control.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8F1DB7B9-1840-F205-0E1A-C7151814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85" r="21199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DAF24F-4145-5385-21DD-5D9B7D6128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/>
              <a:t>Tech Stack &amp;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7FAC06-8246-440B-34B8-6C4A96C0D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0372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Business Benefits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C4F45A-B7ED-9F3E-49F2-61982ACF3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977554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GB" sz="3500"/>
              <a:t>What’s Next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928BCA-86C7-9EDD-8039-BDFA4B0F1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896778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759AE5-3B0E-F723-B74C-09E12F80F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67729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558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2013 - 2022 Theme</vt:lpstr>
      <vt:lpstr>Present by: Aaisha Adhikari  ResuMatch</vt:lpstr>
      <vt:lpstr>Project Overview</vt:lpstr>
      <vt:lpstr>User Roles &amp; Permissions</vt:lpstr>
      <vt:lpstr>Core Features</vt:lpstr>
      <vt:lpstr>Problem Solved</vt:lpstr>
      <vt:lpstr>User Interface &amp; Visuals</vt:lpstr>
      <vt:lpstr>How Matching Works</vt:lpstr>
      <vt:lpstr>Resume System</vt:lpstr>
      <vt:lpstr>Employer Workflow</vt:lpstr>
      <vt:lpstr>Admin &amp; Security</vt:lpstr>
      <vt:lpstr>Tech Stack &amp; Performance</vt:lpstr>
      <vt:lpstr>Business Benefits</vt:lpstr>
      <vt:lpstr>What’s Next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Adhikari, Aaisha</cp:lastModifiedBy>
  <cp:revision>5</cp:revision>
  <dcterms:created xsi:type="dcterms:W3CDTF">2013-01-27T09:14:16Z</dcterms:created>
  <dcterms:modified xsi:type="dcterms:W3CDTF">2026-05-27T08:29:13Z</dcterms:modified>
  <cp:category/>
</cp:coreProperties>
</file>